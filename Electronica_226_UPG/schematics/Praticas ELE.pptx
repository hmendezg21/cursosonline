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6" autoAdjust="0"/>
    <p:restoredTop sz="94660"/>
  </p:normalViewPr>
  <p:slideViewPr>
    <p:cSldViewPr snapToGrid="0">
      <p:cViewPr varScale="1">
        <p:scale>
          <a:sx n="80" d="100"/>
          <a:sy n="80" d="100"/>
        </p:scale>
        <p:origin x="77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029C9-6E69-4402-BB07-E1A08F6370AF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551BAA-16BD-405B-AF72-D91EA9AFC70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0569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551BAA-16BD-405B-AF72-D91EA9AFC707}" type="slidenum">
              <a:rPr lang="es-MX" smtClean="0"/>
              <a:t>5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61133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373218-A5B2-B1F0-CB02-2C8D994F4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B7E9389-1E82-1804-C9B5-821084D64E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6CE690-837B-AC07-FE0B-74B7EF76E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7D99F-C476-64B7-9EC7-A90BDD490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BDD8C7-E706-152E-5931-448E5DF6F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40227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EB26E2-8978-C59D-59D3-D2C8D531E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E5C1DC-AE71-8502-222A-60E7AD509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4C28EF-0C9B-13BF-95F5-D6FAE5628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F7A34-5C21-E493-DB78-E74FA9A0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5AADE4-1AC0-7701-0AF4-1C491916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07598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66B8-35A8-8C22-6A94-6BE453BD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792159-A136-B79F-5E40-6FF01853C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946B95-B3D4-08CF-C0F5-BBE94AE2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CA7DFF-8A98-08A6-BC18-63E46247F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3813D0-AF58-0CAA-561C-0D1613690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6952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262F0D-742F-A4A0-E8CE-BD3F0D902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F84601-9E20-9B82-5BF2-1297318D6D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0F7CE6A-DA40-B8F3-5AD6-5C7C34756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ACB7D4A-6CD4-227C-8D4F-0B0171DB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3ACF24A-EC76-E8FA-184D-209480423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7C68E8A-F6B6-434F-1FAD-3B0AC3BE2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0938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DE9935-3C9A-233B-96B4-A5A3606EC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E825776-1C7A-CD2E-B3CE-7AA0666A9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C483A5-A62E-EEAB-69E4-9E5179B6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3B5FBCD-1DE0-A260-7775-811170C7FC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4E89462-C3BB-B7AC-4BEF-99D374275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3A1A4F-8D8A-9D07-8773-E1EF3F95F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69213AB-E032-A276-81A7-CA01F3F01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FB5C8FE-CB62-0493-0522-058B767E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26940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1A7AF6-728E-16FA-632C-0D4B4DE42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54CA019-2C19-07D9-B8BA-7BD691B6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7EDC66C-D23A-9D2A-2E31-06EB5E6C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649D18-9A62-01C7-1F04-2FC48926B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385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A56E6A0-FE2E-F7E7-BB37-EFB14F9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285D001-0551-925A-7029-DF7A081FC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03B0C54-695B-2B94-F970-C8CD9DCE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932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E70E12-A8AA-83F5-66DF-1A42E9968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667C0D-904F-1260-8488-21217A0B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A7D4DF0-6B37-D2A8-71B2-303F5304F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023D02-A134-6AD3-21B9-D1EB67773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74A141-BF25-4021-4C71-5286A8CE1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04088A-2DF8-FE11-F00C-78857691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44129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753D8-9598-FF03-B5E8-5642A54CC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0584876-EA59-8495-919C-712ECBBBF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67BAE6E-40F9-19E1-FD63-45C4B613CC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81957E7-0052-AB82-052C-27141A1A9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052FBD0-0BCB-E18E-1183-56CC6B7E1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7B17AD1-B803-427F-2B8E-CCF93B106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7235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721B52-8077-4FC2-0935-85CC1905B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2A23EBD-89D5-8A8B-F268-144B7C4961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5266828-3157-A9DF-0701-A18A12BD8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43C79AC-D66A-7EA1-2469-E89EFEB27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4F2758-9D14-9D0E-651D-182AEB2E8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7041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B337498-6873-4ED2-4F21-7EFC0B3430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3E4CF5D-33BF-CB69-C3B7-653017633F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A92B7C5-15F4-46B0-7FF4-7B21DD512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F2537B-EFC0-23EE-6C44-80B94B6E9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93F7877-8782-DC81-DE7A-23A80CAC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08638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1192657-2D50-BACB-DCA7-1A63825A5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BB9674-A631-519F-4AC2-778C83F37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FAB7CD-756D-3515-7C03-A6829758CC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A77404-B5D1-4D1C-A450-54BF69ADB732}" type="datetimeFigureOut">
              <a:rPr lang="es-MX" smtClean="0"/>
              <a:t>22/07/2026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2A608F-74C8-4785-C73F-5D857BAD66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7A4905-00E1-042C-A2B8-70EE28C7D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A2B37F-A795-49C0-82A4-995B99BC563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8422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Relationship Id="rId9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9.png"/><Relationship Id="rId5" Type="http://schemas.openxmlformats.org/officeDocument/2006/relationships/image" Target="../media/image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microsoft.com/office/2007/relationships/hdphoto" Target="../media/hdphoto3.wdp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4.png"/><Relationship Id="rId9" Type="http://schemas.microsoft.com/office/2007/relationships/hdphoto" Target="../media/hdphoto4.wdp"/><Relationship Id="rId1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BD0BEEFF-03D9-BE88-AAF0-5300C831B9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35467" y="156210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22A1208-8C30-50BC-8677-D5AD56F1EC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2" t="625" r="18888"/>
          <a:stretch>
            <a:fillRect/>
          </a:stretch>
        </p:blipFill>
        <p:spPr>
          <a:xfrm rot="5400000">
            <a:off x="5826147" y="-2632053"/>
            <a:ext cx="3733800" cy="899790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FB7EE4-7BE9-053C-8E14-CA54D7D383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5940891" y="-115569"/>
            <a:ext cx="594575" cy="160255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9E4F829-19DB-0561-D9F3-CFDAF9B50C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722" t="4673" r="22941" b="78007"/>
          <a:stretch>
            <a:fillRect/>
          </a:stretch>
        </p:blipFill>
        <p:spPr>
          <a:xfrm>
            <a:off x="4223759" y="1543247"/>
            <a:ext cx="1156926" cy="588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B28AB85-22DE-4DE7-13EB-8B2B055F63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4590421" y="2732188"/>
            <a:ext cx="997171" cy="2527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7F4F4EB-5AFE-DE51-5FF9-85EE904A77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4736896" y="2742056"/>
            <a:ext cx="997171" cy="2527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6533AACE-E27E-5D6A-2B52-026B3CDFF0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788" b="94322" l="484" r="97098">
                        <a14:foregroundMark x1="12696" y1="12618" x2="14813" y2="40273"/>
                        <a14:foregroundMark x1="10580" y1="17981" x2="10157" y2="45426"/>
                        <a14:foregroundMark x1="14148" y1="58044" x2="484" y2="60463"/>
                        <a14:foregroundMark x1="17231" y1="14511" x2="18863" y2="1788"/>
                        <a14:foregroundMark x1="18863" y1="1788" x2="5744" y2="11356"/>
                        <a14:foregroundMark x1="23640" y1="17771" x2="59674" y2="18507"/>
                        <a14:foregroundMark x1="55562" y1="15983" x2="92080" y2="16719"/>
                        <a14:foregroundMark x1="90508" y1="14826" x2="97158" y2="16509"/>
                        <a14:foregroundMark x1="11548" y1="81178" x2="21765" y2="93796"/>
                        <a14:foregroundMark x1="21765" y1="93796" x2="23035" y2="93796"/>
                        <a14:foregroundMark x1="23035" y1="93796" x2="37545" y2="94322"/>
                        <a14:foregroundMark x1="92503" y1="48896" x2="93047" y2="75499"/>
                        <a14:foregroundMark x1="94619" y1="36803" x2="95466" y2="503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2145" y="3429000"/>
            <a:ext cx="5662830" cy="325595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3FB887C-CF03-CE11-0BBC-ACA459FEDF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5665184" y="1682766"/>
            <a:ext cx="997171" cy="2527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7549815-FBBC-8E1F-DF5C-4F4FDE5795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6597626" y="-115569"/>
            <a:ext cx="594575" cy="1602555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5A4D17F6-D1CA-4EEA-0693-01ED5D0286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6321919" y="1682766"/>
            <a:ext cx="997171" cy="2527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36252C2E-9612-552E-4B6A-97FE7D2964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7260645" y="-115569"/>
            <a:ext cx="562482" cy="1602555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1CC124A1-3B91-9BDB-E12A-532CBE4CC1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6978119" y="1689585"/>
            <a:ext cx="997171" cy="23906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6B7A399F-7BC8-8106-D23F-CF746B2A4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7941487" y="-115571"/>
            <a:ext cx="594575" cy="1602555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89853908-45E7-878A-70FE-83EE6C9E43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7665780" y="1682764"/>
            <a:ext cx="997171" cy="252700"/>
          </a:xfrm>
          <a:prstGeom prst="rect">
            <a:avLst/>
          </a:prstGeom>
        </p:spPr>
      </p:pic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F9B0A00-597D-B6DF-732F-C1DA78E49B52}"/>
              </a:ext>
            </a:extLst>
          </p:cNvPr>
          <p:cNvCxnSpPr/>
          <p:nvPr/>
        </p:nvCxnSpPr>
        <p:spPr>
          <a:xfrm>
            <a:off x="5109131" y="556181"/>
            <a:ext cx="0" cy="575035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E33BC3B5-32A5-D16C-185E-97749C7C4A08}"/>
              </a:ext>
            </a:extLst>
          </p:cNvPr>
          <p:cNvCxnSpPr/>
          <p:nvPr/>
        </p:nvCxnSpPr>
        <p:spPr>
          <a:xfrm>
            <a:off x="5243407" y="556181"/>
            <a:ext cx="0" cy="575035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66F5B150-D7E3-480C-1615-11C902D93173}"/>
              </a:ext>
            </a:extLst>
          </p:cNvPr>
          <p:cNvCxnSpPr>
            <a:cxnSpLocks/>
          </p:cNvCxnSpPr>
          <p:nvPr/>
        </p:nvCxnSpPr>
        <p:spPr>
          <a:xfrm>
            <a:off x="6438578" y="1557131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2DF7BEAA-FABE-FF0D-F587-D371C92256D3}"/>
              </a:ext>
            </a:extLst>
          </p:cNvPr>
          <p:cNvCxnSpPr>
            <a:cxnSpLocks/>
          </p:cNvCxnSpPr>
          <p:nvPr/>
        </p:nvCxnSpPr>
        <p:spPr>
          <a:xfrm>
            <a:off x="7116272" y="1545354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B2BA9741-29DE-17BE-9AB2-D9EAE02C9F91}"/>
              </a:ext>
            </a:extLst>
          </p:cNvPr>
          <p:cNvCxnSpPr>
            <a:cxnSpLocks/>
          </p:cNvCxnSpPr>
          <p:nvPr/>
        </p:nvCxnSpPr>
        <p:spPr>
          <a:xfrm>
            <a:off x="7779841" y="1528191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9AAC20D9-350C-CC21-4C0B-F83162E7560C}"/>
              </a:ext>
            </a:extLst>
          </p:cNvPr>
          <p:cNvCxnSpPr>
            <a:cxnSpLocks/>
          </p:cNvCxnSpPr>
          <p:nvPr/>
        </p:nvCxnSpPr>
        <p:spPr>
          <a:xfrm>
            <a:off x="8448961" y="1527947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436F931D-B74D-ED9A-0F79-C7E0A502958A}"/>
              </a:ext>
            </a:extLst>
          </p:cNvPr>
          <p:cNvCxnSpPr>
            <a:cxnSpLocks/>
          </p:cNvCxnSpPr>
          <p:nvPr/>
        </p:nvCxnSpPr>
        <p:spPr>
          <a:xfrm>
            <a:off x="7228949" y="3279300"/>
            <a:ext cx="446174" cy="0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1F2CEEED-7AC0-1526-C5C9-4B923B5E918C}"/>
              </a:ext>
            </a:extLst>
          </p:cNvPr>
          <p:cNvCxnSpPr>
            <a:cxnSpLocks/>
          </p:cNvCxnSpPr>
          <p:nvPr/>
        </p:nvCxnSpPr>
        <p:spPr>
          <a:xfrm>
            <a:off x="1205097" y="556181"/>
            <a:ext cx="0" cy="3356522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23A1B2EB-5FEC-24E2-9717-F76A55A66494}"/>
              </a:ext>
            </a:extLst>
          </p:cNvPr>
          <p:cNvCxnSpPr>
            <a:cxnSpLocks/>
          </p:cNvCxnSpPr>
          <p:nvPr/>
        </p:nvCxnSpPr>
        <p:spPr>
          <a:xfrm>
            <a:off x="1205097" y="556181"/>
            <a:ext cx="2578963" cy="13512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2A71DEB6-2127-5373-1943-3FB0B61E2750}"/>
              </a:ext>
            </a:extLst>
          </p:cNvPr>
          <p:cNvCxnSpPr>
            <a:cxnSpLocks/>
          </p:cNvCxnSpPr>
          <p:nvPr/>
        </p:nvCxnSpPr>
        <p:spPr>
          <a:xfrm flipH="1">
            <a:off x="1205097" y="3308484"/>
            <a:ext cx="382371" cy="835499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F47DF11B-33D2-F2CB-BBD8-744788BF8F1D}"/>
              </a:ext>
            </a:extLst>
          </p:cNvPr>
          <p:cNvCxnSpPr>
            <a:cxnSpLocks/>
          </p:cNvCxnSpPr>
          <p:nvPr/>
        </p:nvCxnSpPr>
        <p:spPr>
          <a:xfrm flipH="1">
            <a:off x="1587468" y="3308484"/>
            <a:ext cx="2196592" cy="0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91878681-22CF-CAE9-B023-5022E633ED28}"/>
              </a:ext>
            </a:extLst>
          </p:cNvPr>
          <p:cNvCxnSpPr>
            <a:cxnSpLocks/>
          </p:cNvCxnSpPr>
          <p:nvPr/>
        </p:nvCxnSpPr>
        <p:spPr>
          <a:xfrm flipH="1" flipV="1">
            <a:off x="3104546" y="2273354"/>
            <a:ext cx="2141609" cy="27651"/>
          </a:xfrm>
          <a:prstGeom prst="line">
            <a:avLst/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21712CD1-91E7-5B5D-BA64-4DEE4C2EF4D7}"/>
              </a:ext>
            </a:extLst>
          </p:cNvPr>
          <p:cNvCxnSpPr>
            <a:cxnSpLocks/>
          </p:cNvCxnSpPr>
          <p:nvPr/>
        </p:nvCxnSpPr>
        <p:spPr>
          <a:xfrm flipV="1">
            <a:off x="2928180" y="2273354"/>
            <a:ext cx="176366" cy="1842978"/>
          </a:xfrm>
          <a:prstGeom prst="line">
            <a:avLst/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cto 61">
            <a:extLst>
              <a:ext uri="{FF2B5EF4-FFF2-40B4-BE49-F238E27FC236}">
                <a16:creationId xmlns:a16="http://schemas.microsoft.com/office/drawing/2014/main" id="{07923B75-BFBB-BA73-4987-CFC3D7158C47}"/>
              </a:ext>
            </a:extLst>
          </p:cNvPr>
          <p:cNvCxnSpPr>
            <a:cxnSpLocks/>
          </p:cNvCxnSpPr>
          <p:nvPr/>
        </p:nvCxnSpPr>
        <p:spPr>
          <a:xfrm flipH="1">
            <a:off x="2928180" y="2187837"/>
            <a:ext cx="2200608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DFFED8A-D857-1200-9C3E-6B39D4387195}"/>
              </a:ext>
            </a:extLst>
          </p:cNvPr>
          <p:cNvCxnSpPr>
            <a:cxnSpLocks/>
          </p:cNvCxnSpPr>
          <p:nvPr/>
        </p:nvCxnSpPr>
        <p:spPr>
          <a:xfrm flipV="1">
            <a:off x="2726604" y="2151006"/>
            <a:ext cx="208683" cy="1965326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69440131-661A-47AA-0CA9-31146A02F398}"/>
              </a:ext>
            </a:extLst>
          </p:cNvPr>
          <p:cNvCxnSpPr>
            <a:cxnSpLocks/>
          </p:cNvCxnSpPr>
          <p:nvPr/>
        </p:nvCxnSpPr>
        <p:spPr>
          <a:xfrm flipH="1">
            <a:off x="4622529" y="5749047"/>
            <a:ext cx="340127" cy="858089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991E4BEC-ACE3-0C35-32FA-BC95C200051C}"/>
              </a:ext>
            </a:extLst>
          </p:cNvPr>
          <p:cNvCxnSpPr>
            <a:cxnSpLocks/>
          </p:cNvCxnSpPr>
          <p:nvPr/>
        </p:nvCxnSpPr>
        <p:spPr>
          <a:xfrm>
            <a:off x="6183806" y="2533519"/>
            <a:ext cx="28371" cy="3215528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645E61AC-269C-CB52-501D-BD0C88B344BC}"/>
              </a:ext>
            </a:extLst>
          </p:cNvPr>
          <p:cNvCxnSpPr>
            <a:cxnSpLocks/>
          </p:cNvCxnSpPr>
          <p:nvPr/>
        </p:nvCxnSpPr>
        <p:spPr>
          <a:xfrm flipH="1">
            <a:off x="4934285" y="5783023"/>
            <a:ext cx="1303893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DDAC350F-4DA5-81F9-74EE-AE2E1BC54776}"/>
              </a:ext>
            </a:extLst>
          </p:cNvPr>
          <p:cNvCxnSpPr>
            <a:cxnSpLocks/>
          </p:cNvCxnSpPr>
          <p:nvPr/>
        </p:nvCxnSpPr>
        <p:spPr>
          <a:xfrm flipH="1">
            <a:off x="4802222" y="5903539"/>
            <a:ext cx="306909" cy="737573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cto 77">
            <a:extLst>
              <a:ext uri="{FF2B5EF4-FFF2-40B4-BE49-F238E27FC236}">
                <a16:creationId xmlns:a16="http://schemas.microsoft.com/office/drawing/2014/main" id="{268D1B77-C317-5B96-B897-F2C4F5DFE68B}"/>
              </a:ext>
            </a:extLst>
          </p:cNvPr>
          <p:cNvCxnSpPr>
            <a:cxnSpLocks/>
          </p:cNvCxnSpPr>
          <p:nvPr/>
        </p:nvCxnSpPr>
        <p:spPr>
          <a:xfrm>
            <a:off x="6841428" y="2543581"/>
            <a:ext cx="33943" cy="3359958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6B4AA039-1A45-8EC9-6907-F5CA0BF49842}"/>
              </a:ext>
            </a:extLst>
          </p:cNvPr>
          <p:cNvCxnSpPr>
            <a:cxnSpLocks/>
          </p:cNvCxnSpPr>
          <p:nvPr/>
        </p:nvCxnSpPr>
        <p:spPr>
          <a:xfrm flipH="1">
            <a:off x="5089006" y="5903539"/>
            <a:ext cx="1805907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F798E050-BF98-6794-79E5-61153FFCA7A1}"/>
              </a:ext>
            </a:extLst>
          </p:cNvPr>
          <p:cNvCxnSpPr>
            <a:cxnSpLocks/>
          </p:cNvCxnSpPr>
          <p:nvPr/>
        </p:nvCxnSpPr>
        <p:spPr>
          <a:xfrm flipH="1">
            <a:off x="5018216" y="6079787"/>
            <a:ext cx="270608" cy="512686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ector recto 85">
            <a:extLst>
              <a:ext uri="{FF2B5EF4-FFF2-40B4-BE49-F238E27FC236}">
                <a16:creationId xmlns:a16="http://schemas.microsoft.com/office/drawing/2014/main" id="{7C80B701-3F13-717C-62EE-1987FBBBF1DB}"/>
              </a:ext>
            </a:extLst>
          </p:cNvPr>
          <p:cNvCxnSpPr>
            <a:cxnSpLocks/>
          </p:cNvCxnSpPr>
          <p:nvPr/>
        </p:nvCxnSpPr>
        <p:spPr>
          <a:xfrm flipH="1">
            <a:off x="5288824" y="6079787"/>
            <a:ext cx="2229167" cy="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685F7-6BFB-DAFB-40BE-9E65669D4E1A}"/>
              </a:ext>
            </a:extLst>
          </p:cNvPr>
          <p:cNvCxnSpPr>
            <a:cxnSpLocks/>
          </p:cNvCxnSpPr>
          <p:nvPr/>
        </p:nvCxnSpPr>
        <p:spPr>
          <a:xfrm>
            <a:off x="7517991" y="2582493"/>
            <a:ext cx="39446" cy="3536206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4EDA1DC0-90EF-A07A-5506-C4037B0DB168}"/>
              </a:ext>
            </a:extLst>
          </p:cNvPr>
          <p:cNvCxnSpPr>
            <a:cxnSpLocks/>
          </p:cNvCxnSpPr>
          <p:nvPr/>
        </p:nvCxnSpPr>
        <p:spPr>
          <a:xfrm>
            <a:off x="8167695" y="2533519"/>
            <a:ext cx="12100" cy="1084709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29534C72-66EE-B866-34DB-886994C8395D}"/>
              </a:ext>
            </a:extLst>
          </p:cNvPr>
          <p:cNvCxnSpPr>
            <a:cxnSpLocks/>
          </p:cNvCxnSpPr>
          <p:nvPr/>
        </p:nvCxnSpPr>
        <p:spPr>
          <a:xfrm flipH="1">
            <a:off x="5054004" y="3605262"/>
            <a:ext cx="150052" cy="284284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61A34BFC-CAF8-0FDF-FCD0-8CE1C6D2C2DF}"/>
              </a:ext>
            </a:extLst>
          </p:cNvPr>
          <p:cNvCxnSpPr>
            <a:cxnSpLocks/>
          </p:cNvCxnSpPr>
          <p:nvPr/>
        </p:nvCxnSpPr>
        <p:spPr>
          <a:xfrm flipH="1">
            <a:off x="5189816" y="3591405"/>
            <a:ext cx="2997602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7297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7726F-1E98-D88D-4E36-457360A0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9D331D1-6248-61C9-FB73-1F514AB0D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837"/>
            <a:ext cx="12192000" cy="564832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9E08037-EA2A-1AF9-BA6A-2517D3CAEF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788" b="94322" l="484" r="97098">
                        <a14:foregroundMark x1="12696" y1="12618" x2="14813" y2="40273"/>
                        <a14:foregroundMark x1="10580" y1="17981" x2="10157" y2="45426"/>
                        <a14:foregroundMark x1="14148" y1="58044" x2="484" y2="60463"/>
                        <a14:foregroundMark x1="17231" y1="14511" x2="18863" y2="1788"/>
                        <a14:foregroundMark x1="18863" y1="1788" x2="5744" y2="11356"/>
                        <a14:foregroundMark x1="23640" y1="17771" x2="59674" y2="18507"/>
                        <a14:foregroundMark x1="55562" y1="15983" x2="92080" y2="16719"/>
                        <a14:foregroundMark x1="90508" y1="14826" x2="97158" y2="16509"/>
                        <a14:foregroundMark x1="11548" y1="81178" x2="21765" y2="93796"/>
                        <a14:foregroundMark x1="21765" y1="93796" x2="23035" y2="93796"/>
                        <a14:foregroundMark x1="23035" y1="93796" x2="37545" y2="94322"/>
                        <a14:foregroundMark x1="92503" y1="48896" x2="93047" y2="75499"/>
                        <a14:foregroundMark x1="94619" y1="36803" x2="95466" y2="503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3500" y="1537754"/>
            <a:ext cx="6496639" cy="3735371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02C4D61E-F9E8-7D67-6347-68FDB6AD7BDB}"/>
              </a:ext>
            </a:extLst>
          </p:cNvPr>
          <p:cNvSpPr/>
          <p:nvPr/>
        </p:nvSpPr>
        <p:spPr>
          <a:xfrm>
            <a:off x="3623734" y="2213508"/>
            <a:ext cx="135466" cy="1486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6346A8D-A002-8EAD-1A47-ADE4B90BD7A5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6472EUs79b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0D9D5BB-B726-D54E-B2F1-609FA06859E1}"/>
              </a:ext>
            </a:extLst>
          </p:cNvPr>
          <p:cNvSpPr/>
          <p:nvPr/>
        </p:nvSpPr>
        <p:spPr>
          <a:xfrm>
            <a:off x="3180586" y="2213508"/>
            <a:ext cx="135466" cy="1486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E466A0A-D1C4-9BC5-B3CE-8D9BC4709506}"/>
              </a:ext>
            </a:extLst>
          </p:cNvPr>
          <p:cNvSpPr/>
          <p:nvPr/>
        </p:nvSpPr>
        <p:spPr>
          <a:xfrm>
            <a:off x="7112003" y="2209684"/>
            <a:ext cx="135466" cy="1486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5F6720F-8079-D9D5-5543-BBF581DB816D}"/>
              </a:ext>
            </a:extLst>
          </p:cNvPr>
          <p:cNvSpPr/>
          <p:nvPr/>
        </p:nvSpPr>
        <p:spPr>
          <a:xfrm>
            <a:off x="3378201" y="1189573"/>
            <a:ext cx="135466" cy="1486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CE149624-4819-415E-7E5F-F5D255D40165}"/>
              </a:ext>
            </a:extLst>
          </p:cNvPr>
          <p:cNvSpPr/>
          <p:nvPr/>
        </p:nvSpPr>
        <p:spPr>
          <a:xfrm>
            <a:off x="7112003" y="1561313"/>
            <a:ext cx="135466" cy="1486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FDAC409-2C46-0E86-0526-0698B4710179}"/>
              </a:ext>
            </a:extLst>
          </p:cNvPr>
          <p:cNvSpPr/>
          <p:nvPr/>
        </p:nvSpPr>
        <p:spPr>
          <a:xfrm>
            <a:off x="6028267" y="5540099"/>
            <a:ext cx="135466" cy="1486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1CE6D067-9905-AD6C-0693-CCFE9B441A24}"/>
              </a:ext>
            </a:extLst>
          </p:cNvPr>
          <p:cNvSpPr/>
          <p:nvPr/>
        </p:nvSpPr>
        <p:spPr>
          <a:xfrm>
            <a:off x="5625045" y="5655447"/>
            <a:ext cx="135466" cy="1486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528A4972-2BFC-F993-8EE4-6CA698F0856E}"/>
              </a:ext>
            </a:extLst>
          </p:cNvPr>
          <p:cNvSpPr/>
          <p:nvPr/>
        </p:nvSpPr>
        <p:spPr>
          <a:xfrm>
            <a:off x="4301069" y="1189575"/>
            <a:ext cx="135466" cy="1486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078755C-7CAF-6662-4286-BB05D9710E19}"/>
              </a:ext>
            </a:extLst>
          </p:cNvPr>
          <p:cNvSpPr txBox="1"/>
          <p:nvPr/>
        </p:nvSpPr>
        <p:spPr>
          <a:xfrm>
            <a:off x="7247469" y="1450995"/>
            <a:ext cx="245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BFDFA24-20F2-918D-35E3-138D3C51E65C}"/>
              </a:ext>
            </a:extLst>
          </p:cNvPr>
          <p:cNvSpPr txBox="1"/>
          <p:nvPr/>
        </p:nvSpPr>
        <p:spPr>
          <a:xfrm>
            <a:off x="7247469" y="2099366"/>
            <a:ext cx="245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B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DCA2E2FC-EADB-DFC0-2F1A-D943777A00BD}"/>
              </a:ext>
            </a:extLst>
          </p:cNvPr>
          <p:cNvSpPr/>
          <p:nvPr/>
        </p:nvSpPr>
        <p:spPr>
          <a:xfrm>
            <a:off x="11370734" y="2060988"/>
            <a:ext cx="135466" cy="1486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56E49E0-B8D5-4AE8-5202-ECC6814FBF61}"/>
              </a:ext>
            </a:extLst>
          </p:cNvPr>
          <p:cNvSpPr txBox="1"/>
          <p:nvPr/>
        </p:nvSpPr>
        <p:spPr>
          <a:xfrm>
            <a:off x="10464800" y="1950670"/>
            <a:ext cx="783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SUMA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48156301-1EB6-02CB-1B4F-0B118C711DDE}"/>
              </a:ext>
            </a:extLst>
          </p:cNvPr>
          <p:cNvSpPr/>
          <p:nvPr/>
        </p:nvSpPr>
        <p:spPr>
          <a:xfrm>
            <a:off x="11370734" y="2394350"/>
            <a:ext cx="135466" cy="1486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A566DF7-65A5-C241-A152-2B64E1A03873}"/>
              </a:ext>
            </a:extLst>
          </p:cNvPr>
          <p:cNvSpPr txBox="1"/>
          <p:nvPr/>
        </p:nvSpPr>
        <p:spPr>
          <a:xfrm>
            <a:off x="10374372" y="2280463"/>
            <a:ext cx="873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3538176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32752-0134-FB2A-D9F4-932A1946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uadroTexto 14">
            <a:extLst>
              <a:ext uri="{FF2B5EF4-FFF2-40B4-BE49-F238E27FC236}">
                <a16:creationId xmlns:a16="http://schemas.microsoft.com/office/drawing/2014/main" id="{2C109759-0211-D63A-FC31-8BB382C09243}"/>
              </a:ext>
            </a:extLst>
          </p:cNvPr>
          <p:cNvSpPr txBox="1"/>
          <p:nvPr/>
        </p:nvSpPr>
        <p:spPr>
          <a:xfrm>
            <a:off x="1622720" y="1323846"/>
            <a:ext cx="380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A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9994EB26-C931-0429-7421-AE7BC5240AC8}"/>
              </a:ext>
            </a:extLst>
          </p:cNvPr>
          <p:cNvSpPr/>
          <p:nvPr/>
        </p:nvSpPr>
        <p:spPr>
          <a:xfrm>
            <a:off x="11370734" y="2060988"/>
            <a:ext cx="135466" cy="1486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6270C4D-4123-43D5-2B26-6A7BFBB591A2}"/>
              </a:ext>
            </a:extLst>
          </p:cNvPr>
          <p:cNvSpPr txBox="1"/>
          <p:nvPr/>
        </p:nvSpPr>
        <p:spPr>
          <a:xfrm>
            <a:off x="10464800" y="1950670"/>
            <a:ext cx="783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SUMA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2C44BC0E-0883-33D9-4A31-66594D233092}"/>
              </a:ext>
            </a:extLst>
          </p:cNvPr>
          <p:cNvSpPr/>
          <p:nvPr/>
        </p:nvSpPr>
        <p:spPr>
          <a:xfrm>
            <a:off x="11370734" y="2394350"/>
            <a:ext cx="135466" cy="14869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6A1BB7BC-3150-89D3-02B0-7EB5B22BE9FE}"/>
              </a:ext>
            </a:extLst>
          </p:cNvPr>
          <p:cNvSpPr txBox="1"/>
          <p:nvPr/>
        </p:nvSpPr>
        <p:spPr>
          <a:xfrm>
            <a:off x="10374372" y="2280463"/>
            <a:ext cx="873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CARRY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6B374D-AA6C-DE76-9E65-D4A6C597F439}"/>
              </a:ext>
            </a:extLst>
          </p:cNvPr>
          <p:cNvSpPr/>
          <p:nvPr/>
        </p:nvSpPr>
        <p:spPr>
          <a:xfrm>
            <a:off x="2201334" y="1205313"/>
            <a:ext cx="1608667" cy="1337733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MX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3116D4A-8583-8F85-3A9C-BFEE17F28CC8}"/>
              </a:ext>
            </a:extLst>
          </p:cNvPr>
          <p:cNvSpPr txBox="1"/>
          <p:nvPr/>
        </p:nvSpPr>
        <p:spPr>
          <a:xfrm>
            <a:off x="1611372" y="1874179"/>
            <a:ext cx="380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B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54376D7-F191-0515-C84A-7C946AE4D34D}"/>
              </a:ext>
            </a:extLst>
          </p:cNvPr>
          <p:cNvSpPr txBox="1"/>
          <p:nvPr/>
        </p:nvSpPr>
        <p:spPr>
          <a:xfrm>
            <a:off x="4061122" y="1319844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SUMA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57C4B8-858A-6352-7D14-2D3655C708E6}"/>
              </a:ext>
            </a:extLst>
          </p:cNvPr>
          <p:cNvSpPr txBox="1"/>
          <p:nvPr/>
        </p:nvSpPr>
        <p:spPr>
          <a:xfrm>
            <a:off x="4061122" y="1874179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CARRY</a:t>
            </a:r>
          </a:p>
        </p:txBody>
      </p: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C96B3320-8C75-BD43-A5B2-9ABC7E25C84E}"/>
              </a:ext>
            </a:extLst>
          </p:cNvPr>
          <p:cNvCxnSpPr>
            <a:stCxn id="15" idx="3"/>
          </p:cNvCxnSpPr>
          <p:nvPr/>
        </p:nvCxnSpPr>
        <p:spPr>
          <a:xfrm flipV="1">
            <a:off x="2003719" y="1550676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8A03FFFE-6D61-11CB-4417-6A9565DD0C65}"/>
              </a:ext>
            </a:extLst>
          </p:cNvPr>
          <p:cNvCxnSpPr/>
          <p:nvPr/>
        </p:nvCxnSpPr>
        <p:spPr>
          <a:xfrm flipV="1">
            <a:off x="1992371" y="2101008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9759F4C9-EAE2-591F-4A5D-C010E62CF00A}"/>
              </a:ext>
            </a:extLst>
          </p:cNvPr>
          <p:cNvCxnSpPr/>
          <p:nvPr/>
        </p:nvCxnSpPr>
        <p:spPr>
          <a:xfrm flipV="1">
            <a:off x="3810001" y="1546673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DECCB133-838A-AD1B-663B-C86ACBF4A84D}"/>
              </a:ext>
            </a:extLst>
          </p:cNvPr>
          <p:cNvCxnSpPr>
            <a:cxnSpLocks/>
          </p:cNvCxnSpPr>
          <p:nvPr/>
        </p:nvCxnSpPr>
        <p:spPr>
          <a:xfrm flipV="1">
            <a:off x="3810000" y="2148268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CD725455-2CAE-1055-5CC8-C33A80A5FC6E}"/>
              </a:ext>
            </a:extLst>
          </p:cNvPr>
          <p:cNvCxnSpPr>
            <a:cxnSpLocks/>
          </p:cNvCxnSpPr>
          <p:nvPr/>
        </p:nvCxnSpPr>
        <p:spPr>
          <a:xfrm>
            <a:off x="2731941" y="1596817"/>
            <a:ext cx="522141" cy="0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0D46CDDC-12A4-AE4F-EF74-1EC375231FB6}"/>
              </a:ext>
            </a:extLst>
          </p:cNvPr>
          <p:cNvCxnSpPr>
            <a:cxnSpLocks/>
          </p:cNvCxnSpPr>
          <p:nvPr/>
        </p:nvCxnSpPr>
        <p:spPr>
          <a:xfrm>
            <a:off x="2731941" y="1604823"/>
            <a:ext cx="324528" cy="23083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0989ADC0-6AB3-1342-48B4-1688BFE39F4B}"/>
              </a:ext>
            </a:extLst>
          </p:cNvPr>
          <p:cNvCxnSpPr>
            <a:cxnSpLocks/>
          </p:cNvCxnSpPr>
          <p:nvPr/>
        </p:nvCxnSpPr>
        <p:spPr>
          <a:xfrm flipH="1">
            <a:off x="2791208" y="1812909"/>
            <a:ext cx="220048" cy="288099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39">
            <a:extLst>
              <a:ext uri="{FF2B5EF4-FFF2-40B4-BE49-F238E27FC236}">
                <a16:creationId xmlns:a16="http://schemas.microsoft.com/office/drawing/2014/main" id="{FF297649-E40A-300E-6640-51C6A0093A09}"/>
              </a:ext>
            </a:extLst>
          </p:cNvPr>
          <p:cNvCxnSpPr>
            <a:cxnSpLocks/>
          </p:cNvCxnSpPr>
          <p:nvPr/>
        </p:nvCxnSpPr>
        <p:spPr>
          <a:xfrm>
            <a:off x="2757256" y="2101008"/>
            <a:ext cx="522141" cy="0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CuadroTexto 40">
            <a:extLst>
              <a:ext uri="{FF2B5EF4-FFF2-40B4-BE49-F238E27FC236}">
                <a16:creationId xmlns:a16="http://schemas.microsoft.com/office/drawing/2014/main" id="{C279D25A-AF8C-0E2D-8AF4-76CCE1D91A36}"/>
              </a:ext>
            </a:extLst>
          </p:cNvPr>
          <p:cNvSpPr txBox="1"/>
          <p:nvPr/>
        </p:nvSpPr>
        <p:spPr>
          <a:xfrm>
            <a:off x="1650913" y="3555885"/>
            <a:ext cx="380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A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25077D3-4B33-1175-6B2D-6830EBEADA71}"/>
              </a:ext>
            </a:extLst>
          </p:cNvPr>
          <p:cNvSpPr/>
          <p:nvPr/>
        </p:nvSpPr>
        <p:spPr>
          <a:xfrm>
            <a:off x="2212682" y="3184424"/>
            <a:ext cx="1608667" cy="1798440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MX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488FC85A-D61C-EFAD-5617-6093E23F67DB}"/>
              </a:ext>
            </a:extLst>
          </p:cNvPr>
          <p:cNvSpPr txBox="1"/>
          <p:nvPr/>
        </p:nvSpPr>
        <p:spPr>
          <a:xfrm>
            <a:off x="1639565" y="4106218"/>
            <a:ext cx="380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B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13905199-5C77-EABE-4531-760096FCBEA7}"/>
              </a:ext>
            </a:extLst>
          </p:cNvPr>
          <p:cNvSpPr txBox="1"/>
          <p:nvPr/>
        </p:nvSpPr>
        <p:spPr>
          <a:xfrm>
            <a:off x="4072470" y="3298955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Y1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A3D4404-732D-1533-C44D-3C5CFE80C3B1}"/>
              </a:ext>
            </a:extLst>
          </p:cNvPr>
          <p:cNvSpPr txBox="1"/>
          <p:nvPr/>
        </p:nvSpPr>
        <p:spPr>
          <a:xfrm>
            <a:off x="4072470" y="3853290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Y2</a:t>
            </a: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FB8C2FCF-82D1-AE7D-57E0-32FCFABB3B37}"/>
              </a:ext>
            </a:extLst>
          </p:cNvPr>
          <p:cNvCxnSpPr>
            <a:stCxn id="41" idx="3"/>
          </p:cNvCxnSpPr>
          <p:nvPr/>
        </p:nvCxnSpPr>
        <p:spPr>
          <a:xfrm flipV="1">
            <a:off x="2031912" y="3782715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249C732D-C02E-E212-8D07-AC86598CD4C8}"/>
              </a:ext>
            </a:extLst>
          </p:cNvPr>
          <p:cNvCxnSpPr/>
          <p:nvPr/>
        </p:nvCxnSpPr>
        <p:spPr>
          <a:xfrm flipV="1">
            <a:off x="2020564" y="4333047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5D45ACE9-B3B6-5FAF-A59A-B9D2375B7CE1}"/>
              </a:ext>
            </a:extLst>
          </p:cNvPr>
          <p:cNvCxnSpPr/>
          <p:nvPr/>
        </p:nvCxnSpPr>
        <p:spPr>
          <a:xfrm flipV="1">
            <a:off x="3821349" y="3525784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81DC97E5-6E07-FBB4-58DF-A5B9B89A61F7}"/>
              </a:ext>
            </a:extLst>
          </p:cNvPr>
          <p:cNvCxnSpPr>
            <a:cxnSpLocks/>
          </p:cNvCxnSpPr>
          <p:nvPr/>
        </p:nvCxnSpPr>
        <p:spPr>
          <a:xfrm flipV="1">
            <a:off x="3821348" y="4127379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A0898F0-7102-42C3-503C-ECA316B56ABE}"/>
              </a:ext>
            </a:extLst>
          </p:cNvPr>
          <p:cNvSpPr txBox="1"/>
          <p:nvPr/>
        </p:nvSpPr>
        <p:spPr>
          <a:xfrm>
            <a:off x="4061122" y="4401998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Y3</a:t>
            </a:r>
          </a:p>
        </p:txBody>
      </p: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71656694-F56D-BB74-A6E8-45A86341B014}"/>
              </a:ext>
            </a:extLst>
          </p:cNvPr>
          <p:cNvCxnSpPr>
            <a:cxnSpLocks/>
          </p:cNvCxnSpPr>
          <p:nvPr/>
        </p:nvCxnSpPr>
        <p:spPr>
          <a:xfrm flipV="1">
            <a:off x="3810000" y="4676087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DABB969-1197-20C6-A098-2BEF47E6CC64}"/>
              </a:ext>
            </a:extLst>
          </p:cNvPr>
          <p:cNvSpPr txBox="1"/>
          <p:nvPr/>
        </p:nvSpPr>
        <p:spPr>
          <a:xfrm>
            <a:off x="2537210" y="3480711"/>
            <a:ext cx="143374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b="1" dirty="0"/>
              <a:t>x2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3E215A15-065F-4D1D-4CD2-7681C5201859}"/>
              </a:ext>
            </a:extLst>
          </p:cNvPr>
          <p:cNvSpPr txBox="1"/>
          <p:nvPr/>
        </p:nvSpPr>
        <p:spPr>
          <a:xfrm>
            <a:off x="6002602" y="3555885"/>
            <a:ext cx="380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A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DC630104-4310-C044-D258-4D66656C2E4A}"/>
              </a:ext>
            </a:extLst>
          </p:cNvPr>
          <p:cNvSpPr/>
          <p:nvPr/>
        </p:nvSpPr>
        <p:spPr>
          <a:xfrm>
            <a:off x="6564371" y="3184423"/>
            <a:ext cx="1608667" cy="2264105"/>
          </a:xfrm>
          <a:prstGeom prst="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MX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6C679001-43BA-FF67-8E6A-7B3C724E837C}"/>
              </a:ext>
            </a:extLst>
          </p:cNvPr>
          <p:cNvSpPr txBox="1"/>
          <p:nvPr/>
        </p:nvSpPr>
        <p:spPr>
          <a:xfrm>
            <a:off x="5991254" y="4106218"/>
            <a:ext cx="380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B</a:t>
            </a:r>
          </a:p>
        </p:txBody>
      </p: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B0048ABD-99B8-BC67-790C-13910AE58C2C}"/>
              </a:ext>
            </a:extLst>
          </p:cNvPr>
          <p:cNvCxnSpPr>
            <a:stCxn id="57" idx="3"/>
          </p:cNvCxnSpPr>
          <p:nvPr/>
        </p:nvCxnSpPr>
        <p:spPr>
          <a:xfrm flipV="1">
            <a:off x="6383601" y="3782715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60">
            <a:extLst>
              <a:ext uri="{FF2B5EF4-FFF2-40B4-BE49-F238E27FC236}">
                <a16:creationId xmlns:a16="http://schemas.microsoft.com/office/drawing/2014/main" id="{E689F4E8-5623-6009-987E-E2C46A6B3EBE}"/>
              </a:ext>
            </a:extLst>
          </p:cNvPr>
          <p:cNvCxnSpPr/>
          <p:nvPr/>
        </p:nvCxnSpPr>
        <p:spPr>
          <a:xfrm flipV="1">
            <a:off x="6372253" y="4333047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cto 61">
            <a:extLst>
              <a:ext uri="{FF2B5EF4-FFF2-40B4-BE49-F238E27FC236}">
                <a16:creationId xmlns:a16="http://schemas.microsoft.com/office/drawing/2014/main" id="{FC262273-2A74-7291-AAE9-1146B8620E78}"/>
              </a:ext>
            </a:extLst>
          </p:cNvPr>
          <p:cNvCxnSpPr/>
          <p:nvPr/>
        </p:nvCxnSpPr>
        <p:spPr>
          <a:xfrm flipV="1">
            <a:off x="8173038" y="3525784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C8BD2E4B-C06D-7474-231C-57314E51C42F}"/>
              </a:ext>
            </a:extLst>
          </p:cNvPr>
          <p:cNvCxnSpPr>
            <a:cxnSpLocks/>
          </p:cNvCxnSpPr>
          <p:nvPr/>
        </p:nvCxnSpPr>
        <p:spPr>
          <a:xfrm flipV="1">
            <a:off x="8173037" y="4127379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F8395D46-858B-16A0-0F17-83000BF08D2A}"/>
              </a:ext>
            </a:extLst>
          </p:cNvPr>
          <p:cNvCxnSpPr>
            <a:cxnSpLocks/>
          </p:cNvCxnSpPr>
          <p:nvPr/>
        </p:nvCxnSpPr>
        <p:spPr>
          <a:xfrm flipV="1">
            <a:off x="8161689" y="4676087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CuadroTexto 64">
            <a:extLst>
              <a:ext uri="{FF2B5EF4-FFF2-40B4-BE49-F238E27FC236}">
                <a16:creationId xmlns:a16="http://schemas.microsoft.com/office/drawing/2014/main" id="{CA81819F-4765-D0C2-5CF5-C6A845F16AB4}"/>
              </a:ext>
            </a:extLst>
          </p:cNvPr>
          <p:cNvSpPr txBox="1"/>
          <p:nvPr/>
        </p:nvSpPr>
        <p:spPr>
          <a:xfrm>
            <a:off x="6888899" y="3480711"/>
            <a:ext cx="143374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b="1" dirty="0"/>
              <a:t>x3</a:t>
            </a:r>
          </a:p>
        </p:txBody>
      </p:sp>
      <p:cxnSp>
        <p:nvCxnSpPr>
          <p:cNvPr id="66" name="Conector recto 65">
            <a:extLst>
              <a:ext uri="{FF2B5EF4-FFF2-40B4-BE49-F238E27FC236}">
                <a16:creationId xmlns:a16="http://schemas.microsoft.com/office/drawing/2014/main" id="{090CB808-2260-4C03-2FAC-DF1E86EA59FC}"/>
              </a:ext>
            </a:extLst>
          </p:cNvPr>
          <p:cNvCxnSpPr>
            <a:cxnSpLocks/>
          </p:cNvCxnSpPr>
          <p:nvPr/>
        </p:nvCxnSpPr>
        <p:spPr>
          <a:xfrm flipV="1">
            <a:off x="8156193" y="5184297"/>
            <a:ext cx="197615" cy="4003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CuadroTexto 67">
            <a:extLst>
              <a:ext uri="{FF2B5EF4-FFF2-40B4-BE49-F238E27FC236}">
                <a16:creationId xmlns:a16="http://schemas.microsoft.com/office/drawing/2014/main" id="{1C93209C-D204-A91D-D2EE-8CAE7904DA1A}"/>
              </a:ext>
            </a:extLst>
          </p:cNvPr>
          <p:cNvSpPr txBox="1"/>
          <p:nvPr/>
        </p:nvSpPr>
        <p:spPr>
          <a:xfrm>
            <a:off x="8468844" y="3298955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Y1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6634EFC2-2F22-B857-1C9C-914CA3407B3E}"/>
              </a:ext>
            </a:extLst>
          </p:cNvPr>
          <p:cNvSpPr txBox="1"/>
          <p:nvPr/>
        </p:nvSpPr>
        <p:spPr>
          <a:xfrm>
            <a:off x="8457668" y="3875385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Y2</a:t>
            </a: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23C5AA03-F3FF-5A80-FED1-53F98D7D0391}"/>
              </a:ext>
            </a:extLst>
          </p:cNvPr>
          <p:cNvSpPr txBox="1"/>
          <p:nvPr/>
        </p:nvSpPr>
        <p:spPr>
          <a:xfrm>
            <a:off x="8455143" y="4451815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Y3</a:t>
            </a:r>
          </a:p>
        </p:txBody>
      </p:sp>
      <p:sp>
        <p:nvSpPr>
          <p:cNvPr id="71" name="CuadroTexto 70">
            <a:extLst>
              <a:ext uri="{FF2B5EF4-FFF2-40B4-BE49-F238E27FC236}">
                <a16:creationId xmlns:a16="http://schemas.microsoft.com/office/drawing/2014/main" id="{1B03C6D5-AC5E-ACB9-E434-CD94CB86BBBD}"/>
              </a:ext>
            </a:extLst>
          </p:cNvPr>
          <p:cNvSpPr txBox="1"/>
          <p:nvPr/>
        </p:nvSpPr>
        <p:spPr>
          <a:xfrm>
            <a:off x="8457668" y="5002845"/>
            <a:ext cx="131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/>
              <a:t>Y4</a:t>
            </a:r>
          </a:p>
        </p:txBody>
      </p:sp>
    </p:spTree>
    <p:extLst>
      <p:ext uri="{BB962C8B-B14F-4D97-AF65-F5344CB8AC3E}">
        <p14:creationId xmlns:p14="http://schemas.microsoft.com/office/powerpoint/2010/main" val="717015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EAEC8-91CB-EBDE-9E79-A2590F31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E3B4D476-18F1-1865-D535-64E2F768DF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35467" y="156210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C3B5131-2AA1-F767-EFC1-839F4F7DB5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2" t="625" r="18888"/>
          <a:stretch>
            <a:fillRect/>
          </a:stretch>
        </p:blipFill>
        <p:spPr>
          <a:xfrm rot="5400000">
            <a:off x="5826147" y="-2632053"/>
            <a:ext cx="3733800" cy="899790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0C99F6B-DE28-82CD-8F18-2E79DA553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4860562" y="2737604"/>
            <a:ext cx="997171" cy="2527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31F840F-3CEA-1F3C-1075-396EB56325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4333161" y="2740970"/>
            <a:ext cx="997171" cy="2527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987C37D-AF93-CEE7-47D6-CA1A5FF6B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788" b="94322" l="484" r="97098">
                        <a14:foregroundMark x1="12696" y1="12618" x2="14813" y2="40273"/>
                        <a14:foregroundMark x1="10580" y1="17981" x2="10157" y2="45426"/>
                        <a14:foregroundMark x1="14148" y1="58044" x2="484" y2="60463"/>
                        <a14:foregroundMark x1="17231" y1="14511" x2="18863" y2="1788"/>
                        <a14:foregroundMark x1="18863" y1="1788" x2="5744" y2="11356"/>
                        <a14:foregroundMark x1="23640" y1="17771" x2="59674" y2="18507"/>
                        <a14:foregroundMark x1="55562" y1="15983" x2="92080" y2="16719"/>
                        <a14:foregroundMark x1="90508" y1="14826" x2="97158" y2="16509"/>
                        <a14:foregroundMark x1="11548" y1="81178" x2="21765" y2="93796"/>
                        <a14:foregroundMark x1="21765" y1="93796" x2="23035" y2="93796"/>
                        <a14:foregroundMark x1="23035" y1="93796" x2="37545" y2="94322"/>
                        <a14:foregroundMark x1="92503" y1="48896" x2="93047" y2="75499"/>
                        <a14:foregroundMark x1="94619" y1="36803" x2="95466" y2="503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2145" y="3429000"/>
            <a:ext cx="5662830" cy="325595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7FBFF7D-A528-391F-BD0F-225A4001E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607759" y="1672760"/>
            <a:ext cx="997171" cy="2527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FA13F09-5F06-062C-1BDE-8BA169B6C8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747007" y="1679455"/>
            <a:ext cx="997171" cy="2527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9C20986D-7AB7-CC68-9E73-40B3EE1E28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883327" y="1670979"/>
            <a:ext cx="997171" cy="23906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9E78036A-295A-7C90-0380-E9A7BED7A9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025504" y="1679455"/>
            <a:ext cx="997171" cy="252700"/>
          </a:xfrm>
          <a:prstGeom prst="rect">
            <a:avLst/>
          </a:prstGeom>
        </p:spPr>
      </p:pic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5512C9E8-E26C-5808-153F-AC359EBB1795}"/>
              </a:ext>
            </a:extLst>
          </p:cNvPr>
          <p:cNvCxnSpPr>
            <a:cxnSpLocks/>
          </p:cNvCxnSpPr>
          <p:nvPr/>
        </p:nvCxnSpPr>
        <p:spPr>
          <a:xfrm>
            <a:off x="7228949" y="3279300"/>
            <a:ext cx="446174" cy="0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086D7793-8A60-62D3-A668-BBE485075C91}"/>
              </a:ext>
            </a:extLst>
          </p:cNvPr>
          <p:cNvCxnSpPr>
            <a:cxnSpLocks/>
          </p:cNvCxnSpPr>
          <p:nvPr/>
        </p:nvCxnSpPr>
        <p:spPr>
          <a:xfrm>
            <a:off x="1205097" y="556181"/>
            <a:ext cx="0" cy="3356522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F42F34D5-6C84-3F1A-451C-FA86A78988A7}"/>
              </a:ext>
            </a:extLst>
          </p:cNvPr>
          <p:cNvCxnSpPr>
            <a:cxnSpLocks/>
          </p:cNvCxnSpPr>
          <p:nvPr/>
        </p:nvCxnSpPr>
        <p:spPr>
          <a:xfrm>
            <a:off x="1205097" y="556181"/>
            <a:ext cx="2578963" cy="13512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08CE1600-C87C-D63F-2CC6-4FDE64AD1619}"/>
              </a:ext>
            </a:extLst>
          </p:cNvPr>
          <p:cNvCxnSpPr>
            <a:cxnSpLocks/>
          </p:cNvCxnSpPr>
          <p:nvPr/>
        </p:nvCxnSpPr>
        <p:spPr>
          <a:xfrm flipH="1">
            <a:off x="1205097" y="3308484"/>
            <a:ext cx="382371" cy="835499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9CB0A324-3141-C780-D683-D7476D039A98}"/>
              </a:ext>
            </a:extLst>
          </p:cNvPr>
          <p:cNvCxnSpPr>
            <a:cxnSpLocks/>
          </p:cNvCxnSpPr>
          <p:nvPr/>
        </p:nvCxnSpPr>
        <p:spPr>
          <a:xfrm flipH="1">
            <a:off x="1587468" y="3308484"/>
            <a:ext cx="2196592" cy="0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F0989851-8BAC-6958-24D0-9AB25802F0ED}"/>
              </a:ext>
            </a:extLst>
          </p:cNvPr>
          <p:cNvCxnSpPr>
            <a:cxnSpLocks/>
          </p:cNvCxnSpPr>
          <p:nvPr/>
        </p:nvCxnSpPr>
        <p:spPr>
          <a:xfrm flipV="1">
            <a:off x="2918655" y="2365368"/>
            <a:ext cx="212354" cy="1750964"/>
          </a:xfrm>
          <a:prstGeom prst="line">
            <a:avLst/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A22E8B2E-A8B9-10A0-8D1E-9BE667D41237}"/>
              </a:ext>
            </a:extLst>
          </p:cNvPr>
          <p:cNvCxnSpPr>
            <a:cxnSpLocks/>
          </p:cNvCxnSpPr>
          <p:nvPr/>
        </p:nvCxnSpPr>
        <p:spPr>
          <a:xfrm flipV="1">
            <a:off x="2726604" y="2181225"/>
            <a:ext cx="237193" cy="1935107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D8E2096A-46FA-898A-2F8F-D999643C2A7F}"/>
              </a:ext>
            </a:extLst>
          </p:cNvPr>
          <p:cNvCxnSpPr>
            <a:cxnSpLocks/>
          </p:cNvCxnSpPr>
          <p:nvPr/>
        </p:nvCxnSpPr>
        <p:spPr>
          <a:xfrm flipH="1">
            <a:off x="4622529" y="5749047"/>
            <a:ext cx="340127" cy="858089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5A20AC31-2931-9C1E-B709-3E1C78EA4D6C}"/>
              </a:ext>
            </a:extLst>
          </p:cNvPr>
          <p:cNvCxnSpPr>
            <a:cxnSpLocks/>
          </p:cNvCxnSpPr>
          <p:nvPr/>
        </p:nvCxnSpPr>
        <p:spPr>
          <a:xfrm flipH="1">
            <a:off x="4802222" y="5903539"/>
            <a:ext cx="306909" cy="737573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351F13AB-68AA-E19C-C819-B78C57D06788}"/>
              </a:ext>
            </a:extLst>
          </p:cNvPr>
          <p:cNvCxnSpPr>
            <a:cxnSpLocks/>
          </p:cNvCxnSpPr>
          <p:nvPr/>
        </p:nvCxnSpPr>
        <p:spPr>
          <a:xfrm flipH="1">
            <a:off x="5018216" y="6113443"/>
            <a:ext cx="197141" cy="47903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D76AA4D5-0756-5AA3-5AE8-68D04FC5CD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539" b="89793" l="9809" r="89793">
                        <a14:foregroundMark x1="29825" y1="84051" x2="40112" y2="84051"/>
                        <a14:foregroundMark x1="35805" y1="85805" x2="77113" y2="86364"/>
                        <a14:foregroundMark x1="70255" y1="88437" x2="75040" y2="88198"/>
                        <a14:foregroundMark x1="68341" y1="84290" x2="77512" y2="84450"/>
                        <a14:foregroundMark x1="79187" y1="83573" x2="79187" y2="71372"/>
                        <a14:foregroundMark x1="79187" y1="71212" x2="79266" y2="54466"/>
                        <a14:foregroundMark x1="79266" y1="51914" x2="80032" y2="39183"/>
                        <a14:foregroundMark x1="78469" y1="29745" x2="78788" y2="16587"/>
                        <a14:foregroundMark x1="78788" y1="16587" x2="78868" y2="16268"/>
                        <a14:foregroundMark x1="78868" y1="15550" x2="78788" y2="7097"/>
                        <a14:foregroundMark x1="78628" y1="6938" x2="54864" y2="7337"/>
                        <a14:foregroundMark x1="53748" y1="7496" x2="42663" y2="6938"/>
                        <a14:foregroundMark x1="25837" y1="8054" x2="26794" y2="17783"/>
                        <a14:foregroundMark x1="31419" y1="6699" x2="36364" y2="6938"/>
                        <a14:foregroundMark x1="37081" y1="7337" x2="42105" y2="7656"/>
                        <a14:foregroundMark x1="26396" y1="6539" x2="30303" y2="7337"/>
                        <a14:foregroundMark x1="25518" y1="12919" x2="26794" y2="32616"/>
                        <a14:foregroundMark x1="26794" y1="32616" x2="25439" y2="44896"/>
                        <a14:foregroundMark x1="25279" y1="44976" x2="25120" y2="65710"/>
                        <a14:foregroundMark x1="25120" y1="65710" x2="25439" y2="84609"/>
                        <a14:foregroundMark x1="47608" y1="88437" x2="56938" y2="87400"/>
                        <a14:foregroundMark x1="56938" y1="87400" x2="70175" y2="88198"/>
                        <a14:foregroundMark x1="79187" y1="32536" x2="78469" y2="36842"/>
                        <a14:foregroundMark x1="79266" y1="38198" x2="79266" y2="39474"/>
                        <a14:foregroundMark x1="79745" y1="39474" x2="79745" y2="37480"/>
                        <a14:foregroundMark x1="79266" y1="39713" x2="79585" y2="37081"/>
                        <a14:backgroundMark x1="80303" y1="31260" x2="80665" y2="32780"/>
                        <a14:backgroundMark x1="80704" y1="33744" x2="80861" y2="34689"/>
                        <a14:backgroundMark x1="80144" y1="30383" x2="80540" y2="32759"/>
                        <a14:backgroundMark x1="79751" y1="37054" x2="79465" y2="3819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916635" y="1202444"/>
            <a:ext cx="1413754" cy="141375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F4C3B54-60C0-5D2A-77FE-55E8A9779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474943" y="1677953"/>
            <a:ext cx="997171" cy="2527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083489D-AAB0-AA19-E1E0-510F6F076D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342537" y="1665919"/>
            <a:ext cx="997171" cy="2527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C4EBA02-ECFB-1A79-70F1-FD150C746A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209722" y="1672760"/>
            <a:ext cx="997171" cy="252700"/>
          </a:xfrm>
          <a:prstGeom prst="rect">
            <a:avLst/>
          </a:prstGeom>
        </p:spPr>
      </p:pic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DADFFBD-A405-2682-9F2A-172F58C2E6B6}"/>
              </a:ext>
            </a:extLst>
          </p:cNvPr>
          <p:cNvCxnSpPr>
            <a:cxnSpLocks/>
          </p:cNvCxnSpPr>
          <p:nvPr/>
        </p:nvCxnSpPr>
        <p:spPr>
          <a:xfrm flipH="1">
            <a:off x="4500231" y="5619750"/>
            <a:ext cx="320142" cy="78105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740DFB18-C1F0-BA97-D639-AF6182889E82}"/>
              </a:ext>
            </a:extLst>
          </p:cNvPr>
          <p:cNvCxnSpPr>
            <a:cxnSpLocks/>
          </p:cNvCxnSpPr>
          <p:nvPr/>
        </p:nvCxnSpPr>
        <p:spPr>
          <a:xfrm flipH="1">
            <a:off x="4213775" y="5448300"/>
            <a:ext cx="454658" cy="1176599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398AC8D0-42FC-D731-8030-D19C4FB0A0E5}"/>
              </a:ext>
            </a:extLst>
          </p:cNvPr>
          <p:cNvCxnSpPr>
            <a:cxnSpLocks/>
          </p:cNvCxnSpPr>
          <p:nvPr/>
        </p:nvCxnSpPr>
        <p:spPr>
          <a:xfrm flipH="1">
            <a:off x="4053341" y="5192874"/>
            <a:ext cx="569188" cy="1409909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98E86C69-AE6F-A0DE-6905-A17E9722164B}"/>
              </a:ext>
            </a:extLst>
          </p:cNvPr>
          <p:cNvCxnSpPr>
            <a:cxnSpLocks/>
          </p:cNvCxnSpPr>
          <p:nvPr/>
        </p:nvCxnSpPr>
        <p:spPr>
          <a:xfrm flipH="1">
            <a:off x="3881546" y="5004369"/>
            <a:ext cx="649122" cy="1598414"/>
          </a:xfrm>
          <a:prstGeom prst="line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agen 39">
            <a:extLst>
              <a:ext uri="{FF2B5EF4-FFF2-40B4-BE49-F238E27FC236}">
                <a16:creationId xmlns:a16="http://schemas.microsoft.com/office/drawing/2014/main" id="{2AE87B56-AFC6-78DF-587A-8D564C3372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3790445" y="2761123"/>
            <a:ext cx="997171" cy="252700"/>
          </a:xfrm>
          <a:prstGeom prst="rect">
            <a:avLst/>
          </a:prstGeom>
        </p:spPr>
      </p:pic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8CB86E68-99D8-1968-2EF0-416E77EEFF6F}"/>
              </a:ext>
            </a:extLst>
          </p:cNvPr>
          <p:cNvCxnSpPr>
            <a:cxnSpLocks/>
          </p:cNvCxnSpPr>
          <p:nvPr/>
        </p:nvCxnSpPr>
        <p:spPr>
          <a:xfrm flipV="1">
            <a:off x="2163634" y="2307700"/>
            <a:ext cx="221915" cy="1761326"/>
          </a:xfrm>
          <a:prstGeom prst="line">
            <a:avLst/>
          </a:prstGeom>
          <a:ln w="635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cto 72">
            <a:extLst>
              <a:ext uri="{FF2B5EF4-FFF2-40B4-BE49-F238E27FC236}">
                <a16:creationId xmlns:a16="http://schemas.microsoft.com/office/drawing/2014/main" id="{0BC6F1C5-90A6-C57D-0C5F-DB0713A3549D}"/>
              </a:ext>
            </a:extLst>
          </p:cNvPr>
          <p:cNvCxnSpPr>
            <a:cxnSpLocks/>
          </p:cNvCxnSpPr>
          <p:nvPr/>
        </p:nvCxnSpPr>
        <p:spPr>
          <a:xfrm flipH="1">
            <a:off x="9406962" y="2501635"/>
            <a:ext cx="20814" cy="3587019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recto 74">
            <a:extLst>
              <a:ext uri="{FF2B5EF4-FFF2-40B4-BE49-F238E27FC236}">
                <a16:creationId xmlns:a16="http://schemas.microsoft.com/office/drawing/2014/main" id="{E0F3EF4E-5394-56DA-F90D-A48F4BEED47D}"/>
              </a:ext>
            </a:extLst>
          </p:cNvPr>
          <p:cNvCxnSpPr>
            <a:cxnSpLocks/>
          </p:cNvCxnSpPr>
          <p:nvPr/>
        </p:nvCxnSpPr>
        <p:spPr>
          <a:xfrm flipH="1">
            <a:off x="5222576" y="6113443"/>
            <a:ext cx="4205200" cy="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ector recto 82">
            <a:extLst>
              <a:ext uri="{FF2B5EF4-FFF2-40B4-BE49-F238E27FC236}">
                <a16:creationId xmlns:a16="http://schemas.microsoft.com/office/drawing/2014/main" id="{ED8785AA-7FBC-6366-51BD-31FBEB23BAA5}"/>
              </a:ext>
            </a:extLst>
          </p:cNvPr>
          <p:cNvCxnSpPr>
            <a:cxnSpLocks/>
          </p:cNvCxnSpPr>
          <p:nvPr/>
        </p:nvCxnSpPr>
        <p:spPr>
          <a:xfrm flipH="1">
            <a:off x="5089006" y="5924796"/>
            <a:ext cx="4422769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ector recto 84">
            <a:extLst>
              <a:ext uri="{FF2B5EF4-FFF2-40B4-BE49-F238E27FC236}">
                <a16:creationId xmlns:a16="http://schemas.microsoft.com/office/drawing/2014/main" id="{416C9AF5-5DE9-D3D8-9B6C-431F5734538C}"/>
              </a:ext>
            </a:extLst>
          </p:cNvPr>
          <p:cNvCxnSpPr>
            <a:cxnSpLocks/>
          </p:cNvCxnSpPr>
          <p:nvPr/>
        </p:nvCxnSpPr>
        <p:spPr>
          <a:xfrm flipH="1">
            <a:off x="9511775" y="2532243"/>
            <a:ext cx="28533" cy="3430415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888B86D4-8B60-47B2-B570-78E753A65FF5}"/>
              </a:ext>
            </a:extLst>
          </p:cNvPr>
          <p:cNvCxnSpPr>
            <a:cxnSpLocks/>
          </p:cNvCxnSpPr>
          <p:nvPr/>
        </p:nvCxnSpPr>
        <p:spPr>
          <a:xfrm flipH="1">
            <a:off x="4964188" y="5772396"/>
            <a:ext cx="4290806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89B9F075-5742-3292-7F23-6C7002D6A192}"/>
              </a:ext>
            </a:extLst>
          </p:cNvPr>
          <p:cNvCxnSpPr>
            <a:cxnSpLocks/>
          </p:cNvCxnSpPr>
          <p:nvPr/>
        </p:nvCxnSpPr>
        <p:spPr>
          <a:xfrm flipH="1">
            <a:off x="9254994" y="2518106"/>
            <a:ext cx="22926" cy="3283024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C41729AD-AF86-E3A5-212A-242F4E6D037A}"/>
              </a:ext>
            </a:extLst>
          </p:cNvPr>
          <p:cNvCxnSpPr>
            <a:cxnSpLocks/>
          </p:cNvCxnSpPr>
          <p:nvPr/>
        </p:nvCxnSpPr>
        <p:spPr>
          <a:xfrm flipH="1">
            <a:off x="4817713" y="5646030"/>
            <a:ext cx="4323802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cto 99">
            <a:extLst>
              <a:ext uri="{FF2B5EF4-FFF2-40B4-BE49-F238E27FC236}">
                <a16:creationId xmlns:a16="http://schemas.microsoft.com/office/drawing/2014/main" id="{78B0263D-53B5-1FA2-08F4-749E138A5459}"/>
              </a:ext>
            </a:extLst>
          </p:cNvPr>
          <p:cNvCxnSpPr>
            <a:cxnSpLocks/>
          </p:cNvCxnSpPr>
          <p:nvPr/>
        </p:nvCxnSpPr>
        <p:spPr>
          <a:xfrm flipH="1">
            <a:off x="9108336" y="2518106"/>
            <a:ext cx="33179" cy="315665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0F442FD3-4E57-A558-CD94-9D5522162D2C}"/>
              </a:ext>
            </a:extLst>
          </p:cNvPr>
          <p:cNvCxnSpPr>
            <a:cxnSpLocks/>
          </p:cNvCxnSpPr>
          <p:nvPr/>
        </p:nvCxnSpPr>
        <p:spPr>
          <a:xfrm flipH="1">
            <a:off x="4654648" y="5468733"/>
            <a:ext cx="4290623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F8C482A5-970F-B3DE-867A-D001A940CFAB}"/>
              </a:ext>
            </a:extLst>
          </p:cNvPr>
          <p:cNvCxnSpPr>
            <a:cxnSpLocks/>
          </p:cNvCxnSpPr>
          <p:nvPr/>
        </p:nvCxnSpPr>
        <p:spPr>
          <a:xfrm flipH="1">
            <a:off x="8945271" y="2532243"/>
            <a:ext cx="73628" cy="2965224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FAC7F5D9-222B-40A9-8609-43E9F8201F0C}"/>
              </a:ext>
            </a:extLst>
          </p:cNvPr>
          <p:cNvCxnSpPr>
            <a:cxnSpLocks/>
          </p:cNvCxnSpPr>
          <p:nvPr/>
        </p:nvCxnSpPr>
        <p:spPr>
          <a:xfrm flipH="1">
            <a:off x="4588296" y="5229635"/>
            <a:ext cx="4252826" cy="0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546D324A-8415-33E7-EA7E-3527DCC4AA7A}"/>
              </a:ext>
            </a:extLst>
          </p:cNvPr>
          <p:cNvCxnSpPr>
            <a:cxnSpLocks/>
          </p:cNvCxnSpPr>
          <p:nvPr/>
        </p:nvCxnSpPr>
        <p:spPr>
          <a:xfrm flipH="1">
            <a:off x="8811731" y="2536793"/>
            <a:ext cx="63101" cy="2724479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recto 108">
            <a:extLst>
              <a:ext uri="{FF2B5EF4-FFF2-40B4-BE49-F238E27FC236}">
                <a16:creationId xmlns:a16="http://schemas.microsoft.com/office/drawing/2014/main" id="{60B5A7E7-790D-76FF-47A1-763F6AB409FC}"/>
              </a:ext>
            </a:extLst>
          </p:cNvPr>
          <p:cNvCxnSpPr>
            <a:cxnSpLocks/>
          </p:cNvCxnSpPr>
          <p:nvPr/>
        </p:nvCxnSpPr>
        <p:spPr>
          <a:xfrm flipH="1">
            <a:off x="4500231" y="5010971"/>
            <a:ext cx="4237055" cy="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ector recto 109">
            <a:extLst>
              <a:ext uri="{FF2B5EF4-FFF2-40B4-BE49-F238E27FC236}">
                <a16:creationId xmlns:a16="http://schemas.microsoft.com/office/drawing/2014/main" id="{3E6900AF-3123-E547-1196-76067982FC13}"/>
              </a:ext>
            </a:extLst>
          </p:cNvPr>
          <p:cNvCxnSpPr>
            <a:cxnSpLocks/>
          </p:cNvCxnSpPr>
          <p:nvPr/>
        </p:nvCxnSpPr>
        <p:spPr>
          <a:xfrm flipH="1">
            <a:off x="8723666" y="2568795"/>
            <a:ext cx="13620" cy="2473813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cto 113">
            <a:extLst>
              <a:ext uri="{FF2B5EF4-FFF2-40B4-BE49-F238E27FC236}">
                <a16:creationId xmlns:a16="http://schemas.microsoft.com/office/drawing/2014/main" id="{C535F3CA-EF2C-810E-F472-444F062EA8E6}"/>
              </a:ext>
            </a:extLst>
          </p:cNvPr>
          <p:cNvCxnSpPr>
            <a:cxnSpLocks/>
          </p:cNvCxnSpPr>
          <p:nvPr/>
        </p:nvCxnSpPr>
        <p:spPr>
          <a:xfrm>
            <a:off x="9551039" y="783625"/>
            <a:ext cx="1343907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D46C77CA-6E69-E7F5-1F97-B88182ECF049}"/>
              </a:ext>
            </a:extLst>
          </p:cNvPr>
          <p:cNvCxnSpPr>
            <a:cxnSpLocks/>
          </p:cNvCxnSpPr>
          <p:nvPr/>
        </p:nvCxnSpPr>
        <p:spPr>
          <a:xfrm>
            <a:off x="9561446" y="783625"/>
            <a:ext cx="0" cy="313624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6D6E095A-F78C-BD19-E7A6-88735E0F8AFC}"/>
              </a:ext>
            </a:extLst>
          </p:cNvPr>
          <p:cNvCxnSpPr>
            <a:cxnSpLocks/>
          </p:cNvCxnSpPr>
          <p:nvPr/>
        </p:nvCxnSpPr>
        <p:spPr>
          <a:xfrm>
            <a:off x="10894946" y="812971"/>
            <a:ext cx="0" cy="313624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recto 123">
            <a:extLst>
              <a:ext uri="{FF2B5EF4-FFF2-40B4-BE49-F238E27FC236}">
                <a16:creationId xmlns:a16="http://schemas.microsoft.com/office/drawing/2014/main" id="{2B786157-FD7E-FD81-494E-CABB29687259}"/>
              </a:ext>
            </a:extLst>
          </p:cNvPr>
          <p:cNvCxnSpPr>
            <a:cxnSpLocks/>
          </p:cNvCxnSpPr>
          <p:nvPr/>
        </p:nvCxnSpPr>
        <p:spPr>
          <a:xfrm>
            <a:off x="9417689" y="654231"/>
            <a:ext cx="1343907" cy="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163BAB6E-8C3B-CE34-36FF-44EFC8B20A93}"/>
              </a:ext>
            </a:extLst>
          </p:cNvPr>
          <p:cNvCxnSpPr>
            <a:cxnSpLocks/>
          </p:cNvCxnSpPr>
          <p:nvPr/>
        </p:nvCxnSpPr>
        <p:spPr>
          <a:xfrm>
            <a:off x="9428096" y="654231"/>
            <a:ext cx="0" cy="472364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ector recto 125">
            <a:extLst>
              <a:ext uri="{FF2B5EF4-FFF2-40B4-BE49-F238E27FC236}">
                <a16:creationId xmlns:a16="http://schemas.microsoft.com/office/drawing/2014/main" id="{6D51B585-80A3-39AD-92F6-EBCB78D29F50}"/>
              </a:ext>
            </a:extLst>
          </p:cNvPr>
          <p:cNvCxnSpPr>
            <a:cxnSpLocks/>
          </p:cNvCxnSpPr>
          <p:nvPr/>
        </p:nvCxnSpPr>
        <p:spPr>
          <a:xfrm>
            <a:off x="10761596" y="683577"/>
            <a:ext cx="0" cy="413672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42F8D535-4CA9-2B26-AD1A-3AEE3CAF2CC4}"/>
              </a:ext>
            </a:extLst>
          </p:cNvPr>
          <p:cNvCxnSpPr>
            <a:cxnSpLocks/>
          </p:cNvCxnSpPr>
          <p:nvPr/>
        </p:nvCxnSpPr>
        <p:spPr>
          <a:xfrm>
            <a:off x="8841122" y="464502"/>
            <a:ext cx="1644249" cy="0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ector recto 129">
            <a:extLst>
              <a:ext uri="{FF2B5EF4-FFF2-40B4-BE49-F238E27FC236}">
                <a16:creationId xmlns:a16="http://schemas.microsoft.com/office/drawing/2014/main" id="{03590E5A-1AB8-2923-DAB3-DD384664C6DC}"/>
              </a:ext>
            </a:extLst>
          </p:cNvPr>
          <p:cNvCxnSpPr>
            <a:cxnSpLocks/>
          </p:cNvCxnSpPr>
          <p:nvPr/>
        </p:nvCxnSpPr>
        <p:spPr>
          <a:xfrm>
            <a:off x="8874832" y="464502"/>
            <a:ext cx="0" cy="649312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ector recto 130">
            <a:extLst>
              <a:ext uri="{FF2B5EF4-FFF2-40B4-BE49-F238E27FC236}">
                <a16:creationId xmlns:a16="http://schemas.microsoft.com/office/drawing/2014/main" id="{677447A1-432A-DE73-9120-8E2865FBE780}"/>
              </a:ext>
            </a:extLst>
          </p:cNvPr>
          <p:cNvCxnSpPr>
            <a:cxnSpLocks/>
          </p:cNvCxnSpPr>
          <p:nvPr/>
        </p:nvCxnSpPr>
        <p:spPr>
          <a:xfrm>
            <a:off x="10485371" y="464502"/>
            <a:ext cx="0" cy="662093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F12159C-8968-ABD8-1850-4BE8F287910C}"/>
              </a:ext>
            </a:extLst>
          </p:cNvPr>
          <p:cNvCxnSpPr>
            <a:cxnSpLocks/>
          </p:cNvCxnSpPr>
          <p:nvPr/>
        </p:nvCxnSpPr>
        <p:spPr>
          <a:xfrm>
            <a:off x="8701964" y="340677"/>
            <a:ext cx="1644249" cy="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ector recto 136">
            <a:extLst>
              <a:ext uri="{FF2B5EF4-FFF2-40B4-BE49-F238E27FC236}">
                <a16:creationId xmlns:a16="http://schemas.microsoft.com/office/drawing/2014/main" id="{03130CA5-7116-21AC-5FA8-4EE57528C540}"/>
              </a:ext>
            </a:extLst>
          </p:cNvPr>
          <p:cNvCxnSpPr>
            <a:cxnSpLocks/>
          </p:cNvCxnSpPr>
          <p:nvPr/>
        </p:nvCxnSpPr>
        <p:spPr>
          <a:xfrm>
            <a:off x="8742017" y="340677"/>
            <a:ext cx="0" cy="773137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ector recto 137">
            <a:extLst>
              <a:ext uri="{FF2B5EF4-FFF2-40B4-BE49-F238E27FC236}">
                <a16:creationId xmlns:a16="http://schemas.microsoft.com/office/drawing/2014/main" id="{B532EAB8-BB89-59FA-E83B-EB2B71F08875}"/>
              </a:ext>
            </a:extLst>
          </p:cNvPr>
          <p:cNvCxnSpPr>
            <a:cxnSpLocks/>
          </p:cNvCxnSpPr>
          <p:nvPr/>
        </p:nvCxnSpPr>
        <p:spPr>
          <a:xfrm>
            <a:off x="10346213" y="340677"/>
            <a:ext cx="6343" cy="785918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ector recto 140">
            <a:extLst>
              <a:ext uri="{FF2B5EF4-FFF2-40B4-BE49-F238E27FC236}">
                <a16:creationId xmlns:a16="http://schemas.microsoft.com/office/drawing/2014/main" id="{AF0B8AAC-75A4-23A8-C9E1-E5F318FBC142}"/>
              </a:ext>
            </a:extLst>
          </p:cNvPr>
          <p:cNvCxnSpPr>
            <a:cxnSpLocks/>
          </p:cNvCxnSpPr>
          <p:nvPr/>
        </p:nvCxnSpPr>
        <p:spPr>
          <a:xfrm flipH="1">
            <a:off x="9261270" y="1231265"/>
            <a:ext cx="401976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ector recto 142">
            <a:extLst>
              <a:ext uri="{FF2B5EF4-FFF2-40B4-BE49-F238E27FC236}">
                <a16:creationId xmlns:a16="http://schemas.microsoft.com/office/drawing/2014/main" id="{C736767B-543A-C1B9-F1B8-45F08ED0E74A}"/>
              </a:ext>
            </a:extLst>
          </p:cNvPr>
          <p:cNvCxnSpPr>
            <a:cxnSpLocks/>
          </p:cNvCxnSpPr>
          <p:nvPr/>
        </p:nvCxnSpPr>
        <p:spPr>
          <a:xfrm>
            <a:off x="10761596" y="2568795"/>
            <a:ext cx="0" cy="286434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5249035-88CC-BBC6-151C-FD59D686498E}"/>
              </a:ext>
            </a:extLst>
          </p:cNvPr>
          <p:cNvCxnSpPr>
            <a:cxnSpLocks/>
          </p:cNvCxnSpPr>
          <p:nvPr/>
        </p:nvCxnSpPr>
        <p:spPr>
          <a:xfrm flipH="1">
            <a:off x="9732199" y="2864754"/>
            <a:ext cx="1056089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ector recto 147">
            <a:extLst>
              <a:ext uri="{FF2B5EF4-FFF2-40B4-BE49-F238E27FC236}">
                <a16:creationId xmlns:a16="http://schemas.microsoft.com/office/drawing/2014/main" id="{13EB17F8-417D-E3FE-996D-21CD2FDA0A67}"/>
              </a:ext>
            </a:extLst>
          </p:cNvPr>
          <p:cNvCxnSpPr>
            <a:cxnSpLocks/>
          </p:cNvCxnSpPr>
          <p:nvPr/>
        </p:nvCxnSpPr>
        <p:spPr>
          <a:xfrm>
            <a:off x="9732199" y="1213871"/>
            <a:ext cx="0" cy="1695012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ector recto 151">
            <a:extLst>
              <a:ext uri="{FF2B5EF4-FFF2-40B4-BE49-F238E27FC236}">
                <a16:creationId xmlns:a16="http://schemas.microsoft.com/office/drawing/2014/main" id="{F15D3CE7-A077-B1F0-63F8-EB57C6FCDE12}"/>
              </a:ext>
            </a:extLst>
          </p:cNvPr>
          <p:cNvCxnSpPr>
            <a:cxnSpLocks/>
          </p:cNvCxnSpPr>
          <p:nvPr/>
        </p:nvCxnSpPr>
        <p:spPr>
          <a:xfrm>
            <a:off x="10495593" y="2518106"/>
            <a:ext cx="0" cy="193906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153">
            <a:extLst>
              <a:ext uri="{FF2B5EF4-FFF2-40B4-BE49-F238E27FC236}">
                <a16:creationId xmlns:a16="http://schemas.microsoft.com/office/drawing/2014/main" id="{5C8F3DD9-504C-DF16-68DF-ADFB997AFBF0}"/>
              </a:ext>
            </a:extLst>
          </p:cNvPr>
          <p:cNvCxnSpPr>
            <a:cxnSpLocks/>
          </p:cNvCxnSpPr>
          <p:nvPr/>
        </p:nvCxnSpPr>
        <p:spPr>
          <a:xfrm flipH="1" flipV="1">
            <a:off x="9818503" y="2729385"/>
            <a:ext cx="694311" cy="11058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556F1D77-C776-DE1F-EFF2-BB854744D0EB}"/>
              </a:ext>
            </a:extLst>
          </p:cNvPr>
          <p:cNvCxnSpPr>
            <a:cxnSpLocks/>
          </p:cNvCxnSpPr>
          <p:nvPr/>
        </p:nvCxnSpPr>
        <p:spPr>
          <a:xfrm>
            <a:off x="9836974" y="969783"/>
            <a:ext cx="0" cy="1787044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recto 159">
            <a:extLst>
              <a:ext uri="{FF2B5EF4-FFF2-40B4-BE49-F238E27FC236}">
                <a16:creationId xmlns:a16="http://schemas.microsoft.com/office/drawing/2014/main" id="{C1A815D8-6BA1-52BD-A14C-28FEA311F070}"/>
              </a:ext>
            </a:extLst>
          </p:cNvPr>
          <p:cNvCxnSpPr>
            <a:cxnSpLocks/>
          </p:cNvCxnSpPr>
          <p:nvPr/>
        </p:nvCxnSpPr>
        <p:spPr>
          <a:xfrm flipH="1">
            <a:off x="9119242" y="960639"/>
            <a:ext cx="743237" cy="9143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ector recto 161">
            <a:extLst>
              <a:ext uri="{FF2B5EF4-FFF2-40B4-BE49-F238E27FC236}">
                <a16:creationId xmlns:a16="http://schemas.microsoft.com/office/drawing/2014/main" id="{5EA2640A-D614-2EE9-38AE-07B70EB453F9}"/>
              </a:ext>
            </a:extLst>
          </p:cNvPr>
          <p:cNvCxnSpPr>
            <a:cxnSpLocks/>
          </p:cNvCxnSpPr>
          <p:nvPr/>
        </p:nvCxnSpPr>
        <p:spPr>
          <a:xfrm>
            <a:off x="9141515" y="969782"/>
            <a:ext cx="0" cy="322142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ector recto 163">
            <a:extLst>
              <a:ext uri="{FF2B5EF4-FFF2-40B4-BE49-F238E27FC236}">
                <a16:creationId xmlns:a16="http://schemas.microsoft.com/office/drawing/2014/main" id="{E3A1EE2A-2B62-D8BB-91D4-FA97E8D28E6E}"/>
              </a:ext>
            </a:extLst>
          </p:cNvPr>
          <p:cNvCxnSpPr>
            <a:cxnSpLocks/>
          </p:cNvCxnSpPr>
          <p:nvPr/>
        </p:nvCxnSpPr>
        <p:spPr>
          <a:xfrm flipH="1">
            <a:off x="9916635" y="2588883"/>
            <a:ext cx="471769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ector recto 166">
            <a:extLst>
              <a:ext uri="{FF2B5EF4-FFF2-40B4-BE49-F238E27FC236}">
                <a16:creationId xmlns:a16="http://schemas.microsoft.com/office/drawing/2014/main" id="{B15AD84C-435D-7FD6-889A-AFAA3EA58FFB}"/>
              </a:ext>
            </a:extLst>
          </p:cNvPr>
          <p:cNvCxnSpPr>
            <a:cxnSpLocks/>
          </p:cNvCxnSpPr>
          <p:nvPr/>
        </p:nvCxnSpPr>
        <p:spPr>
          <a:xfrm>
            <a:off x="9941749" y="535069"/>
            <a:ext cx="28844" cy="2056166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31231382-60AB-9F98-A166-5A2181F89A2D}"/>
              </a:ext>
            </a:extLst>
          </p:cNvPr>
          <p:cNvCxnSpPr>
            <a:cxnSpLocks/>
          </p:cNvCxnSpPr>
          <p:nvPr/>
        </p:nvCxnSpPr>
        <p:spPr>
          <a:xfrm flipH="1">
            <a:off x="9018899" y="552872"/>
            <a:ext cx="949184" cy="6756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FC9A1B13-B2ED-7061-5959-255E509E7112}"/>
              </a:ext>
            </a:extLst>
          </p:cNvPr>
          <p:cNvCxnSpPr>
            <a:cxnSpLocks/>
          </p:cNvCxnSpPr>
          <p:nvPr/>
        </p:nvCxnSpPr>
        <p:spPr>
          <a:xfrm>
            <a:off x="9008253" y="508051"/>
            <a:ext cx="7834" cy="729345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F6F123DB-9D0E-9C9E-331C-D45E446629A9}"/>
              </a:ext>
            </a:extLst>
          </p:cNvPr>
          <p:cNvCxnSpPr>
            <a:cxnSpLocks/>
          </p:cNvCxnSpPr>
          <p:nvPr/>
        </p:nvCxnSpPr>
        <p:spPr>
          <a:xfrm>
            <a:off x="10623512" y="2554160"/>
            <a:ext cx="0" cy="751015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 descr="Push button 2 pines NA">
            <a:extLst>
              <a:ext uri="{FF2B5EF4-FFF2-40B4-BE49-F238E27FC236}">
                <a16:creationId xmlns:a16="http://schemas.microsoft.com/office/drawing/2014/main" id="{4A09E19B-0AE4-DE57-EB14-1D3554EE4B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4191019" y="1609712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4149B728-F7CF-CA4A-A15B-7720B27D2F02}"/>
              </a:ext>
            </a:extLst>
          </p:cNvPr>
          <p:cNvCxnSpPr>
            <a:cxnSpLocks/>
          </p:cNvCxnSpPr>
          <p:nvPr/>
        </p:nvCxnSpPr>
        <p:spPr>
          <a:xfrm>
            <a:off x="4588296" y="536433"/>
            <a:ext cx="0" cy="593471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" descr="Push button 2 pines NA">
            <a:extLst>
              <a:ext uri="{FF2B5EF4-FFF2-40B4-BE49-F238E27FC236}">
                <a16:creationId xmlns:a16="http://schemas.microsoft.com/office/drawing/2014/main" id="{3B2F4CDB-5C5D-0577-742B-08A7EF5FFC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4746608" y="1599793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Push button 2 pines NA">
            <a:extLst>
              <a:ext uri="{FF2B5EF4-FFF2-40B4-BE49-F238E27FC236}">
                <a16:creationId xmlns:a16="http://schemas.microsoft.com/office/drawing/2014/main" id="{BE6FB127-1507-A764-7002-1A93A9A02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5289770" y="1599793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1C8ECE3F-C308-369A-8A80-AD0B27605B84}"/>
              </a:ext>
            </a:extLst>
          </p:cNvPr>
          <p:cNvCxnSpPr>
            <a:cxnSpLocks/>
          </p:cNvCxnSpPr>
          <p:nvPr/>
        </p:nvCxnSpPr>
        <p:spPr>
          <a:xfrm>
            <a:off x="5116786" y="523652"/>
            <a:ext cx="0" cy="593471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2A315E6F-BAA3-FFD6-588F-24D11AF69133}"/>
              </a:ext>
            </a:extLst>
          </p:cNvPr>
          <p:cNvCxnSpPr>
            <a:cxnSpLocks/>
          </p:cNvCxnSpPr>
          <p:nvPr/>
        </p:nvCxnSpPr>
        <p:spPr>
          <a:xfrm>
            <a:off x="5655096" y="523652"/>
            <a:ext cx="0" cy="593471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8D4C6E6B-F6E5-8D91-84AB-DC4DE57647F6}"/>
              </a:ext>
            </a:extLst>
          </p:cNvPr>
          <p:cNvCxnSpPr>
            <a:cxnSpLocks/>
          </p:cNvCxnSpPr>
          <p:nvPr/>
        </p:nvCxnSpPr>
        <p:spPr>
          <a:xfrm>
            <a:off x="2345820" y="2307700"/>
            <a:ext cx="1968318" cy="0"/>
          </a:xfrm>
          <a:prstGeom prst="line">
            <a:avLst/>
          </a:prstGeom>
          <a:ln w="635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6894D24B-06A5-324D-A348-0E0263E91574}"/>
              </a:ext>
            </a:extLst>
          </p:cNvPr>
          <p:cNvCxnSpPr>
            <a:cxnSpLocks/>
          </p:cNvCxnSpPr>
          <p:nvPr/>
        </p:nvCxnSpPr>
        <p:spPr>
          <a:xfrm flipH="1">
            <a:off x="3096613" y="2320021"/>
            <a:ext cx="1771103" cy="72036"/>
          </a:xfrm>
          <a:prstGeom prst="line">
            <a:avLst/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140259B9-8C20-7BEF-D1CD-89955C52E394}"/>
              </a:ext>
            </a:extLst>
          </p:cNvPr>
          <p:cNvCxnSpPr>
            <a:cxnSpLocks/>
          </p:cNvCxnSpPr>
          <p:nvPr/>
        </p:nvCxnSpPr>
        <p:spPr>
          <a:xfrm flipH="1" flipV="1">
            <a:off x="2974385" y="2179405"/>
            <a:ext cx="2435987" cy="6583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Imagen 73">
            <a:extLst>
              <a:ext uri="{FF2B5EF4-FFF2-40B4-BE49-F238E27FC236}">
                <a16:creationId xmlns:a16="http://schemas.microsoft.com/office/drawing/2014/main" id="{B5A86DF6-AF19-DDB6-C25F-F4F0103E94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04366" y="4162927"/>
            <a:ext cx="1274713" cy="1435488"/>
          </a:xfrm>
          <a:prstGeom prst="rect">
            <a:avLst/>
          </a:prstGeom>
        </p:spPr>
      </p:pic>
      <p:sp>
        <p:nvSpPr>
          <p:cNvPr id="78" name="Elipse 77">
            <a:extLst>
              <a:ext uri="{FF2B5EF4-FFF2-40B4-BE49-F238E27FC236}">
                <a16:creationId xmlns:a16="http://schemas.microsoft.com/office/drawing/2014/main" id="{44608CFD-CF9C-EB35-1350-9B8BD58943F9}"/>
              </a:ext>
            </a:extLst>
          </p:cNvPr>
          <p:cNvSpPr/>
          <p:nvPr/>
        </p:nvSpPr>
        <p:spPr>
          <a:xfrm>
            <a:off x="10629792" y="4992223"/>
            <a:ext cx="144770" cy="1447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9" name="Elipse 78">
            <a:extLst>
              <a:ext uri="{FF2B5EF4-FFF2-40B4-BE49-F238E27FC236}">
                <a16:creationId xmlns:a16="http://schemas.microsoft.com/office/drawing/2014/main" id="{3D836B82-3C85-F616-DF97-1FFF567C172B}"/>
              </a:ext>
            </a:extLst>
          </p:cNvPr>
          <p:cNvSpPr/>
          <p:nvPr/>
        </p:nvSpPr>
        <p:spPr>
          <a:xfrm>
            <a:off x="10947648" y="5264581"/>
            <a:ext cx="144770" cy="1447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81" name="Picture 2" descr="Push button 2 pines NA">
            <a:extLst>
              <a:ext uri="{FF2B5EF4-FFF2-40B4-BE49-F238E27FC236}">
                <a16:creationId xmlns:a16="http://schemas.microsoft.com/office/drawing/2014/main" id="{37093C4F-6C17-783C-8259-9B2DADFD17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1984677" y="1173774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Elipse 75">
            <a:extLst>
              <a:ext uri="{FF2B5EF4-FFF2-40B4-BE49-F238E27FC236}">
                <a16:creationId xmlns:a16="http://schemas.microsoft.com/office/drawing/2014/main" id="{7049A81F-022E-9BDD-EE4B-8F15F5302D88}"/>
              </a:ext>
            </a:extLst>
          </p:cNvPr>
          <p:cNvSpPr/>
          <p:nvPr/>
        </p:nvSpPr>
        <p:spPr>
          <a:xfrm>
            <a:off x="1993410" y="1537327"/>
            <a:ext cx="144770" cy="1447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0" name="Elipse 79">
            <a:extLst>
              <a:ext uri="{FF2B5EF4-FFF2-40B4-BE49-F238E27FC236}">
                <a16:creationId xmlns:a16="http://schemas.microsoft.com/office/drawing/2014/main" id="{28E927F0-5CB8-6F6E-F011-04A282934C61}"/>
              </a:ext>
            </a:extLst>
          </p:cNvPr>
          <p:cNvSpPr/>
          <p:nvPr/>
        </p:nvSpPr>
        <p:spPr>
          <a:xfrm>
            <a:off x="2328479" y="1537327"/>
            <a:ext cx="144770" cy="1447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2" name="Elipse 81">
            <a:extLst>
              <a:ext uri="{FF2B5EF4-FFF2-40B4-BE49-F238E27FC236}">
                <a16:creationId xmlns:a16="http://schemas.microsoft.com/office/drawing/2014/main" id="{CF79469A-7B5F-B866-5BBB-25CFAF7492DE}"/>
              </a:ext>
            </a:extLst>
          </p:cNvPr>
          <p:cNvSpPr/>
          <p:nvPr/>
        </p:nvSpPr>
        <p:spPr>
          <a:xfrm>
            <a:off x="2335171" y="1230689"/>
            <a:ext cx="144770" cy="1447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233312CA-9FB9-4180-8C39-BB59860C1632}"/>
              </a:ext>
            </a:extLst>
          </p:cNvPr>
          <p:cNvSpPr/>
          <p:nvPr/>
        </p:nvSpPr>
        <p:spPr>
          <a:xfrm>
            <a:off x="1980222" y="1222848"/>
            <a:ext cx="144770" cy="1447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7" name="Elipse 86">
            <a:extLst>
              <a:ext uri="{FF2B5EF4-FFF2-40B4-BE49-F238E27FC236}">
                <a16:creationId xmlns:a16="http://schemas.microsoft.com/office/drawing/2014/main" id="{8AFBCDD1-6304-FCC3-8111-B2F54182CCEC}"/>
              </a:ext>
            </a:extLst>
          </p:cNvPr>
          <p:cNvSpPr/>
          <p:nvPr/>
        </p:nvSpPr>
        <p:spPr>
          <a:xfrm>
            <a:off x="11646811" y="4992223"/>
            <a:ext cx="144770" cy="1447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8" name="Elipse 87">
            <a:extLst>
              <a:ext uri="{FF2B5EF4-FFF2-40B4-BE49-F238E27FC236}">
                <a16:creationId xmlns:a16="http://schemas.microsoft.com/office/drawing/2014/main" id="{F1A777E5-7140-D43B-D6B9-5CD936F3096A}"/>
              </a:ext>
            </a:extLst>
          </p:cNvPr>
          <p:cNvSpPr/>
          <p:nvPr/>
        </p:nvSpPr>
        <p:spPr>
          <a:xfrm>
            <a:off x="11345202" y="4426806"/>
            <a:ext cx="144770" cy="1447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cxnSp>
        <p:nvCxnSpPr>
          <p:cNvPr id="90" name="Conector recto de flecha 89">
            <a:extLst>
              <a:ext uri="{FF2B5EF4-FFF2-40B4-BE49-F238E27FC236}">
                <a16:creationId xmlns:a16="http://schemas.microsoft.com/office/drawing/2014/main" id="{AB7B9F50-9A05-F358-782D-D0037690962D}"/>
              </a:ext>
            </a:extLst>
          </p:cNvPr>
          <p:cNvCxnSpPr/>
          <p:nvPr/>
        </p:nvCxnSpPr>
        <p:spPr>
          <a:xfrm flipV="1">
            <a:off x="11192933" y="5424951"/>
            <a:ext cx="601133" cy="324096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CA48C38A-F7B7-3785-E313-E35DEC5CD576}"/>
              </a:ext>
            </a:extLst>
          </p:cNvPr>
          <p:cNvCxnSpPr>
            <a:cxnSpLocks/>
          </p:cNvCxnSpPr>
          <p:nvPr/>
        </p:nvCxnSpPr>
        <p:spPr>
          <a:xfrm>
            <a:off x="10611156" y="5438358"/>
            <a:ext cx="319311" cy="239715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Imagen 95">
            <a:extLst>
              <a:ext uri="{FF2B5EF4-FFF2-40B4-BE49-F238E27FC236}">
                <a16:creationId xmlns:a16="http://schemas.microsoft.com/office/drawing/2014/main" id="{4B347831-70AB-8B1F-D555-93C2654B343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5933763" y="-117699"/>
            <a:ext cx="594575" cy="1602555"/>
          </a:xfrm>
          <a:prstGeom prst="rect">
            <a:avLst/>
          </a:prstGeom>
        </p:spPr>
      </p:pic>
      <p:pic>
        <p:nvPicPr>
          <p:cNvPr id="97" name="Imagen 96">
            <a:extLst>
              <a:ext uri="{FF2B5EF4-FFF2-40B4-BE49-F238E27FC236}">
                <a16:creationId xmlns:a16="http://schemas.microsoft.com/office/drawing/2014/main" id="{92955F9D-A57E-91D9-976B-5D5346B11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5658056" y="1680636"/>
            <a:ext cx="997171" cy="252700"/>
          </a:xfrm>
          <a:prstGeom prst="rect">
            <a:avLst/>
          </a:prstGeom>
        </p:spPr>
      </p:pic>
      <p:pic>
        <p:nvPicPr>
          <p:cNvPr id="98" name="Imagen 97">
            <a:extLst>
              <a:ext uri="{FF2B5EF4-FFF2-40B4-BE49-F238E27FC236}">
                <a16:creationId xmlns:a16="http://schemas.microsoft.com/office/drawing/2014/main" id="{73FD186D-0858-519E-1BAB-7B565748D78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6590498" y="-117699"/>
            <a:ext cx="594575" cy="1602555"/>
          </a:xfrm>
          <a:prstGeom prst="rect">
            <a:avLst/>
          </a:prstGeom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2A54AAEA-8A2D-14A9-8CC5-062305FF09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6314791" y="1680636"/>
            <a:ext cx="997171" cy="252700"/>
          </a:xfrm>
          <a:prstGeom prst="rect">
            <a:avLst/>
          </a:prstGeom>
        </p:spPr>
      </p:pic>
      <p:pic>
        <p:nvPicPr>
          <p:cNvPr id="104" name="Imagen 103">
            <a:extLst>
              <a:ext uri="{FF2B5EF4-FFF2-40B4-BE49-F238E27FC236}">
                <a16:creationId xmlns:a16="http://schemas.microsoft.com/office/drawing/2014/main" id="{56B14B4C-4C0E-43B2-C233-16C875E9AE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7253517" y="-117699"/>
            <a:ext cx="562482" cy="1602555"/>
          </a:xfrm>
          <a:prstGeom prst="rect">
            <a:avLst/>
          </a:prstGeom>
        </p:spPr>
      </p:pic>
      <p:pic>
        <p:nvPicPr>
          <p:cNvPr id="107" name="Imagen 106">
            <a:extLst>
              <a:ext uri="{FF2B5EF4-FFF2-40B4-BE49-F238E27FC236}">
                <a16:creationId xmlns:a16="http://schemas.microsoft.com/office/drawing/2014/main" id="{2D2D77DA-5961-CE8D-14BE-1342859C62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6970991" y="1687455"/>
            <a:ext cx="997171" cy="239061"/>
          </a:xfrm>
          <a:prstGeom prst="rect">
            <a:avLst/>
          </a:prstGeom>
        </p:spPr>
      </p:pic>
      <p:pic>
        <p:nvPicPr>
          <p:cNvPr id="108" name="Imagen 107">
            <a:extLst>
              <a:ext uri="{FF2B5EF4-FFF2-40B4-BE49-F238E27FC236}">
                <a16:creationId xmlns:a16="http://schemas.microsoft.com/office/drawing/2014/main" id="{7A675DD3-4D7D-5514-4841-53F503C90AF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7934359" y="-117701"/>
            <a:ext cx="594575" cy="1602555"/>
          </a:xfrm>
          <a:prstGeom prst="rect">
            <a:avLst/>
          </a:prstGeom>
        </p:spPr>
      </p:pic>
      <p:pic>
        <p:nvPicPr>
          <p:cNvPr id="111" name="Imagen 110">
            <a:extLst>
              <a:ext uri="{FF2B5EF4-FFF2-40B4-BE49-F238E27FC236}">
                <a16:creationId xmlns:a16="http://schemas.microsoft.com/office/drawing/2014/main" id="{1EA09EB0-7290-9999-EF5F-A4D6CD8A7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7658652" y="1680634"/>
            <a:ext cx="997171" cy="252700"/>
          </a:xfrm>
          <a:prstGeom prst="rect">
            <a:avLst/>
          </a:prstGeom>
        </p:spPr>
      </p:pic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EC139F67-05C7-E814-C906-4589C3FCD80C}"/>
              </a:ext>
            </a:extLst>
          </p:cNvPr>
          <p:cNvCxnSpPr>
            <a:cxnSpLocks/>
          </p:cNvCxnSpPr>
          <p:nvPr/>
        </p:nvCxnSpPr>
        <p:spPr>
          <a:xfrm>
            <a:off x="6431450" y="1555001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cto 114">
            <a:extLst>
              <a:ext uri="{FF2B5EF4-FFF2-40B4-BE49-F238E27FC236}">
                <a16:creationId xmlns:a16="http://schemas.microsoft.com/office/drawing/2014/main" id="{53C510F4-4918-7D6A-D935-114571F42864}"/>
              </a:ext>
            </a:extLst>
          </p:cNvPr>
          <p:cNvCxnSpPr>
            <a:cxnSpLocks/>
          </p:cNvCxnSpPr>
          <p:nvPr/>
        </p:nvCxnSpPr>
        <p:spPr>
          <a:xfrm>
            <a:off x="7109144" y="1543224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cto 115">
            <a:extLst>
              <a:ext uri="{FF2B5EF4-FFF2-40B4-BE49-F238E27FC236}">
                <a16:creationId xmlns:a16="http://schemas.microsoft.com/office/drawing/2014/main" id="{41B4168C-E1F5-D8F1-D176-B9AF94C9F545}"/>
              </a:ext>
            </a:extLst>
          </p:cNvPr>
          <p:cNvCxnSpPr>
            <a:cxnSpLocks/>
          </p:cNvCxnSpPr>
          <p:nvPr/>
        </p:nvCxnSpPr>
        <p:spPr>
          <a:xfrm>
            <a:off x="7772713" y="1526061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cto 116">
            <a:extLst>
              <a:ext uri="{FF2B5EF4-FFF2-40B4-BE49-F238E27FC236}">
                <a16:creationId xmlns:a16="http://schemas.microsoft.com/office/drawing/2014/main" id="{4C09140D-AF2D-7015-AE35-59CD1CA6FA40}"/>
              </a:ext>
            </a:extLst>
          </p:cNvPr>
          <p:cNvCxnSpPr>
            <a:cxnSpLocks/>
          </p:cNvCxnSpPr>
          <p:nvPr/>
        </p:nvCxnSpPr>
        <p:spPr>
          <a:xfrm>
            <a:off x="8441833" y="1525817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5BA2B6FB-3632-3909-EC4E-3E95E7188BF8}"/>
              </a:ext>
            </a:extLst>
          </p:cNvPr>
          <p:cNvCxnSpPr>
            <a:cxnSpLocks/>
          </p:cNvCxnSpPr>
          <p:nvPr/>
        </p:nvCxnSpPr>
        <p:spPr>
          <a:xfrm>
            <a:off x="8176675" y="2534453"/>
            <a:ext cx="13233" cy="1186247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89D51EEB-E7AB-9502-BE13-0B75D8B3FD00}"/>
              </a:ext>
            </a:extLst>
          </p:cNvPr>
          <p:cNvCxnSpPr>
            <a:cxnSpLocks/>
          </p:cNvCxnSpPr>
          <p:nvPr/>
        </p:nvCxnSpPr>
        <p:spPr>
          <a:xfrm>
            <a:off x="7508246" y="2537157"/>
            <a:ext cx="15956" cy="1127575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ector recto 139">
            <a:extLst>
              <a:ext uri="{FF2B5EF4-FFF2-40B4-BE49-F238E27FC236}">
                <a16:creationId xmlns:a16="http://schemas.microsoft.com/office/drawing/2014/main" id="{1D42F747-36A4-080F-433C-3F15CB42D860}"/>
              </a:ext>
            </a:extLst>
          </p:cNvPr>
          <p:cNvCxnSpPr>
            <a:cxnSpLocks/>
          </p:cNvCxnSpPr>
          <p:nvPr/>
        </p:nvCxnSpPr>
        <p:spPr>
          <a:xfrm flipH="1">
            <a:off x="6836833" y="2543581"/>
            <a:ext cx="4595" cy="1003463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ector recto 143">
            <a:extLst>
              <a:ext uri="{FF2B5EF4-FFF2-40B4-BE49-F238E27FC236}">
                <a16:creationId xmlns:a16="http://schemas.microsoft.com/office/drawing/2014/main" id="{403720B6-5E52-B798-65CA-29D32540D978}"/>
              </a:ext>
            </a:extLst>
          </p:cNvPr>
          <p:cNvCxnSpPr>
            <a:cxnSpLocks/>
          </p:cNvCxnSpPr>
          <p:nvPr/>
        </p:nvCxnSpPr>
        <p:spPr>
          <a:xfrm>
            <a:off x="6183806" y="2533519"/>
            <a:ext cx="0" cy="895481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ector recto 149">
            <a:extLst>
              <a:ext uri="{FF2B5EF4-FFF2-40B4-BE49-F238E27FC236}">
                <a16:creationId xmlns:a16="http://schemas.microsoft.com/office/drawing/2014/main" id="{E9131545-E822-2A67-951F-238E6D7F0654}"/>
              </a:ext>
            </a:extLst>
          </p:cNvPr>
          <p:cNvCxnSpPr>
            <a:cxnSpLocks/>
          </p:cNvCxnSpPr>
          <p:nvPr/>
        </p:nvCxnSpPr>
        <p:spPr>
          <a:xfrm flipH="1">
            <a:off x="4831746" y="3429000"/>
            <a:ext cx="1378554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34FAF0D3-DCAC-BB6F-7FC7-C12792307CE0}"/>
              </a:ext>
            </a:extLst>
          </p:cNvPr>
          <p:cNvCxnSpPr>
            <a:cxnSpLocks/>
          </p:cNvCxnSpPr>
          <p:nvPr/>
        </p:nvCxnSpPr>
        <p:spPr>
          <a:xfrm flipH="1">
            <a:off x="4489753" y="3400206"/>
            <a:ext cx="411198" cy="473784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ector recto 165">
            <a:extLst>
              <a:ext uri="{FF2B5EF4-FFF2-40B4-BE49-F238E27FC236}">
                <a16:creationId xmlns:a16="http://schemas.microsoft.com/office/drawing/2014/main" id="{B9F3CE1A-139D-5F18-A356-3A2A36DDC996}"/>
              </a:ext>
            </a:extLst>
          </p:cNvPr>
          <p:cNvCxnSpPr>
            <a:cxnSpLocks/>
          </p:cNvCxnSpPr>
          <p:nvPr/>
        </p:nvCxnSpPr>
        <p:spPr>
          <a:xfrm flipH="1">
            <a:off x="4686445" y="3505791"/>
            <a:ext cx="314447" cy="357307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C28FCCD9-53D4-DCCF-F777-D051129009B6}"/>
              </a:ext>
            </a:extLst>
          </p:cNvPr>
          <p:cNvCxnSpPr>
            <a:cxnSpLocks/>
          </p:cNvCxnSpPr>
          <p:nvPr/>
        </p:nvCxnSpPr>
        <p:spPr>
          <a:xfrm flipH="1">
            <a:off x="4971867" y="3537519"/>
            <a:ext cx="1868400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F810B214-19A5-B33E-4D0C-83E99FA6C0AD}"/>
              </a:ext>
            </a:extLst>
          </p:cNvPr>
          <p:cNvCxnSpPr>
            <a:cxnSpLocks/>
          </p:cNvCxnSpPr>
          <p:nvPr/>
        </p:nvCxnSpPr>
        <p:spPr>
          <a:xfrm flipH="1">
            <a:off x="4884001" y="3637076"/>
            <a:ext cx="205005" cy="244353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99F71CB3-8427-D63F-18F0-CA6DE9034485}"/>
              </a:ext>
            </a:extLst>
          </p:cNvPr>
          <p:cNvCxnSpPr>
            <a:cxnSpLocks/>
          </p:cNvCxnSpPr>
          <p:nvPr/>
        </p:nvCxnSpPr>
        <p:spPr>
          <a:xfrm flipH="1">
            <a:off x="5079407" y="3620048"/>
            <a:ext cx="2417339" cy="5424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recto 181">
            <a:extLst>
              <a:ext uri="{FF2B5EF4-FFF2-40B4-BE49-F238E27FC236}">
                <a16:creationId xmlns:a16="http://schemas.microsoft.com/office/drawing/2014/main" id="{247D67A6-B5F3-FE15-7CF4-424B46D86914}"/>
              </a:ext>
            </a:extLst>
          </p:cNvPr>
          <p:cNvCxnSpPr>
            <a:cxnSpLocks/>
          </p:cNvCxnSpPr>
          <p:nvPr/>
        </p:nvCxnSpPr>
        <p:spPr>
          <a:xfrm flipH="1">
            <a:off x="5068481" y="3729431"/>
            <a:ext cx="141825" cy="152933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16377282-4417-48FF-E7E9-FDF7B0181AC5}"/>
              </a:ext>
            </a:extLst>
          </p:cNvPr>
          <p:cNvCxnSpPr>
            <a:cxnSpLocks/>
          </p:cNvCxnSpPr>
          <p:nvPr/>
        </p:nvCxnSpPr>
        <p:spPr>
          <a:xfrm flipH="1">
            <a:off x="5202485" y="3726233"/>
            <a:ext cx="3009929" cy="1417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153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C8962-F9BF-DBD5-CD95-5AA877EE1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7B87A7DC-D030-0285-258C-5342A25288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21267" y="156210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0C58DF6-9A03-72F8-E4EA-B2EB30A06E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92" t="625" r="18888"/>
          <a:stretch>
            <a:fillRect/>
          </a:stretch>
        </p:blipFill>
        <p:spPr>
          <a:xfrm rot="5400000">
            <a:off x="5826147" y="-2632053"/>
            <a:ext cx="3733800" cy="899790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27F1DAF-E08C-DEB6-FEB8-C0516AB019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4860562" y="2737604"/>
            <a:ext cx="997171" cy="2527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568EC21-CC8F-ADCE-835B-B3843A3835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4333161" y="2740970"/>
            <a:ext cx="997171" cy="2527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C41D78B-265A-0959-A558-48AAECC948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788" b="94322" l="484" r="97098">
                        <a14:foregroundMark x1="12696" y1="12618" x2="14813" y2="40273"/>
                        <a14:foregroundMark x1="10580" y1="17981" x2="10157" y2="45426"/>
                        <a14:foregroundMark x1="14148" y1="58044" x2="484" y2="60463"/>
                        <a14:foregroundMark x1="17231" y1="14511" x2="18863" y2="1788"/>
                        <a14:foregroundMark x1="18863" y1="1788" x2="5744" y2="11356"/>
                        <a14:foregroundMark x1="23640" y1="17771" x2="59674" y2="18507"/>
                        <a14:foregroundMark x1="55562" y1="15983" x2="92080" y2="16719"/>
                        <a14:foregroundMark x1="90508" y1="14826" x2="97158" y2="16509"/>
                        <a14:foregroundMark x1="11548" y1="81178" x2="21765" y2="93796"/>
                        <a14:foregroundMark x1="21765" y1="93796" x2="23035" y2="93796"/>
                        <a14:foregroundMark x1="23035" y1="93796" x2="37545" y2="94322"/>
                        <a14:foregroundMark x1="92503" y1="48896" x2="93047" y2="75499"/>
                        <a14:foregroundMark x1="94619" y1="36803" x2="95466" y2="5036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2145" y="3429000"/>
            <a:ext cx="5662830" cy="325595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C9ACD360-4706-D203-4A87-E092D539DF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293559" y="1672760"/>
            <a:ext cx="997171" cy="2527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8C2F156-3B6B-D703-6869-78F0DB6C5E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432807" y="1679455"/>
            <a:ext cx="997171" cy="252700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AB323B25-48C7-4986-9D81-CF31AE7F11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569127" y="1670979"/>
            <a:ext cx="997171" cy="23906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30C0DF31-6CA8-8B98-295A-DD40F194A5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711304" y="1679455"/>
            <a:ext cx="997171" cy="252700"/>
          </a:xfrm>
          <a:prstGeom prst="rect">
            <a:avLst/>
          </a:prstGeom>
        </p:spPr>
      </p:pic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5B0E8832-D27D-F31B-FB27-4DF73395A363}"/>
              </a:ext>
            </a:extLst>
          </p:cNvPr>
          <p:cNvCxnSpPr>
            <a:cxnSpLocks/>
          </p:cNvCxnSpPr>
          <p:nvPr/>
        </p:nvCxnSpPr>
        <p:spPr>
          <a:xfrm>
            <a:off x="7221267" y="3286125"/>
            <a:ext cx="446174" cy="0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B27E001F-93A8-2548-4674-D000B3B40B86}"/>
              </a:ext>
            </a:extLst>
          </p:cNvPr>
          <p:cNvCxnSpPr>
            <a:cxnSpLocks/>
          </p:cNvCxnSpPr>
          <p:nvPr/>
        </p:nvCxnSpPr>
        <p:spPr>
          <a:xfrm>
            <a:off x="1205097" y="556181"/>
            <a:ext cx="0" cy="3356522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08F16BC8-7DBD-DAA1-27E9-557020E148F0}"/>
              </a:ext>
            </a:extLst>
          </p:cNvPr>
          <p:cNvCxnSpPr>
            <a:cxnSpLocks/>
          </p:cNvCxnSpPr>
          <p:nvPr/>
        </p:nvCxnSpPr>
        <p:spPr>
          <a:xfrm>
            <a:off x="1205097" y="556181"/>
            <a:ext cx="2578963" cy="13512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95193104-A9F5-3C0F-B52D-9D6F7018E1B3}"/>
              </a:ext>
            </a:extLst>
          </p:cNvPr>
          <p:cNvCxnSpPr>
            <a:cxnSpLocks/>
          </p:cNvCxnSpPr>
          <p:nvPr/>
        </p:nvCxnSpPr>
        <p:spPr>
          <a:xfrm flipH="1">
            <a:off x="1205097" y="3308484"/>
            <a:ext cx="382371" cy="835499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C44556C1-493B-5838-3E69-F4D7CEF0C277}"/>
              </a:ext>
            </a:extLst>
          </p:cNvPr>
          <p:cNvCxnSpPr>
            <a:cxnSpLocks/>
          </p:cNvCxnSpPr>
          <p:nvPr/>
        </p:nvCxnSpPr>
        <p:spPr>
          <a:xfrm flipH="1">
            <a:off x="1587468" y="3308484"/>
            <a:ext cx="2196592" cy="0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36174FE1-9836-3CF1-8EF1-37EA760FF93C}"/>
              </a:ext>
            </a:extLst>
          </p:cNvPr>
          <p:cNvCxnSpPr>
            <a:cxnSpLocks/>
          </p:cNvCxnSpPr>
          <p:nvPr/>
        </p:nvCxnSpPr>
        <p:spPr>
          <a:xfrm flipV="1">
            <a:off x="2918655" y="2365368"/>
            <a:ext cx="212354" cy="1750964"/>
          </a:xfrm>
          <a:prstGeom prst="line">
            <a:avLst/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A0BE897A-6B7B-0E3C-2B2A-D8DD35C66CAC}"/>
              </a:ext>
            </a:extLst>
          </p:cNvPr>
          <p:cNvCxnSpPr>
            <a:cxnSpLocks/>
          </p:cNvCxnSpPr>
          <p:nvPr/>
        </p:nvCxnSpPr>
        <p:spPr>
          <a:xfrm flipV="1">
            <a:off x="2726604" y="2181225"/>
            <a:ext cx="237193" cy="1935107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11EDDD8E-1848-7EC7-3CF6-8FDB5FB778A5}"/>
              </a:ext>
            </a:extLst>
          </p:cNvPr>
          <p:cNvCxnSpPr>
            <a:cxnSpLocks/>
          </p:cNvCxnSpPr>
          <p:nvPr/>
        </p:nvCxnSpPr>
        <p:spPr>
          <a:xfrm flipH="1">
            <a:off x="4622529" y="5749047"/>
            <a:ext cx="340127" cy="858089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D44272B7-1114-3FFD-8A9B-597F0189CDB7}"/>
              </a:ext>
            </a:extLst>
          </p:cNvPr>
          <p:cNvCxnSpPr>
            <a:cxnSpLocks/>
          </p:cNvCxnSpPr>
          <p:nvPr/>
        </p:nvCxnSpPr>
        <p:spPr>
          <a:xfrm flipH="1">
            <a:off x="4802222" y="5903539"/>
            <a:ext cx="306909" cy="737573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ector recto 83">
            <a:extLst>
              <a:ext uri="{FF2B5EF4-FFF2-40B4-BE49-F238E27FC236}">
                <a16:creationId xmlns:a16="http://schemas.microsoft.com/office/drawing/2014/main" id="{0927850D-F4C4-5E84-F656-C005CE39773B}"/>
              </a:ext>
            </a:extLst>
          </p:cNvPr>
          <p:cNvCxnSpPr>
            <a:cxnSpLocks/>
          </p:cNvCxnSpPr>
          <p:nvPr/>
        </p:nvCxnSpPr>
        <p:spPr>
          <a:xfrm flipH="1">
            <a:off x="5018216" y="6113443"/>
            <a:ext cx="197141" cy="47903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D30E9EAE-36BC-50E5-FA0D-570D797C9D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6539" b="89793" l="9809" r="89793">
                        <a14:foregroundMark x1="29825" y1="84051" x2="40112" y2="84051"/>
                        <a14:foregroundMark x1="35805" y1="85805" x2="77113" y2="86364"/>
                        <a14:foregroundMark x1="70255" y1="88437" x2="75040" y2="88198"/>
                        <a14:foregroundMark x1="68341" y1="84290" x2="77512" y2="84450"/>
                        <a14:foregroundMark x1="79187" y1="83573" x2="79187" y2="71372"/>
                        <a14:foregroundMark x1="79187" y1="71212" x2="79266" y2="54466"/>
                        <a14:foregroundMark x1="79266" y1="51914" x2="80032" y2="39183"/>
                        <a14:foregroundMark x1="78469" y1="29745" x2="78788" y2="16587"/>
                        <a14:foregroundMark x1="78788" y1="16587" x2="78868" y2="16268"/>
                        <a14:foregroundMark x1="78868" y1="15550" x2="78788" y2="7097"/>
                        <a14:foregroundMark x1="78628" y1="6938" x2="54864" y2="7337"/>
                        <a14:foregroundMark x1="53748" y1="7496" x2="42663" y2="6938"/>
                        <a14:foregroundMark x1="25837" y1="8054" x2="26794" y2="17783"/>
                        <a14:foregroundMark x1="31419" y1="6699" x2="36364" y2="6938"/>
                        <a14:foregroundMark x1="37081" y1="7337" x2="42105" y2="7656"/>
                        <a14:foregroundMark x1="26396" y1="6539" x2="30303" y2="7337"/>
                        <a14:foregroundMark x1="25518" y1="12919" x2="26794" y2="32616"/>
                        <a14:foregroundMark x1="26794" y1="32616" x2="25439" y2="44896"/>
                        <a14:foregroundMark x1="25279" y1="44976" x2="25120" y2="65710"/>
                        <a14:foregroundMark x1="25120" y1="65710" x2="25439" y2="84609"/>
                        <a14:foregroundMark x1="47608" y1="88437" x2="56938" y2="87400"/>
                        <a14:foregroundMark x1="56938" y1="87400" x2="70175" y2="88198"/>
                        <a14:foregroundMark x1="79187" y1="32536" x2="78469" y2="36842"/>
                        <a14:foregroundMark x1="79266" y1="38198" x2="79266" y2="39474"/>
                        <a14:foregroundMark x1="79745" y1="39474" x2="79745" y2="37480"/>
                        <a14:foregroundMark x1="79266" y1="39713" x2="79585" y2="37081"/>
                        <a14:backgroundMark x1="80303" y1="31260" x2="80665" y2="32780"/>
                        <a14:backgroundMark x1="80704" y1="33744" x2="80861" y2="34689"/>
                        <a14:backgroundMark x1="80144" y1="30383" x2="80540" y2="32759"/>
                        <a14:backgroundMark x1="79751" y1="37054" x2="79465" y2="3819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2435" y="1202444"/>
            <a:ext cx="1413754" cy="141375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4699294-5249-8B4F-F899-F334D1270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160743" y="1677953"/>
            <a:ext cx="997171" cy="2527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9ABC354-BA2D-9B14-D01C-59AD499F5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9028337" y="1665919"/>
            <a:ext cx="997171" cy="2527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ABA26A4-42DE-B934-2C2A-E4F93E43A7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895522" y="1672760"/>
            <a:ext cx="997171" cy="252700"/>
          </a:xfrm>
          <a:prstGeom prst="rect">
            <a:avLst/>
          </a:prstGeom>
        </p:spPr>
      </p:pic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3B4B19E7-C32C-DB43-D85B-FBD7C1572916}"/>
              </a:ext>
            </a:extLst>
          </p:cNvPr>
          <p:cNvCxnSpPr>
            <a:cxnSpLocks/>
          </p:cNvCxnSpPr>
          <p:nvPr/>
        </p:nvCxnSpPr>
        <p:spPr>
          <a:xfrm flipH="1">
            <a:off x="4420459" y="5619750"/>
            <a:ext cx="399914" cy="972723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0C2CC7DD-29CB-BADF-08B1-24A29A78753D}"/>
              </a:ext>
            </a:extLst>
          </p:cNvPr>
          <p:cNvCxnSpPr>
            <a:cxnSpLocks/>
          </p:cNvCxnSpPr>
          <p:nvPr/>
        </p:nvCxnSpPr>
        <p:spPr>
          <a:xfrm flipH="1">
            <a:off x="4213775" y="5448300"/>
            <a:ext cx="454658" cy="1176599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075A74D0-2CD4-763B-F363-9EDAEC4B356A}"/>
              </a:ext>
            </a:extLst>
          </p:cNvPr>
          <p:cNvCxnSpPr>
            <a:cxnSpLocks/>
          </p:cNvCxnSpPr>
          <p:nvPr/>
        </p:nvCxnSpPr>
        <p:spPr>
          <a:xfrm flipH="1">
            <a:off x="4053341" y="5192874"/>
            <a:ext cx="569188" cy="1409909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1A5253B9-44F3-E999-7C3E-1967C9141324}"/>
              </a:ext>
            </a:extLst>
          </p:cNvPr>
          <p:cNvCxnSpPr>
            <a:cxnSpLocks/>
          </p:cNvCxnSpPr>
          <p:nvPr/>
        </p:nvCxnSpPr>
        <p:spPr>
          <a:xfrm flipH="1">
            <a:off x="3881546" y="5004369"/>
            <a:ext cx="649122" cy="1598414"/>
          </a:xfrm>
          <a:prstGeom prst="line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agen 39">
            <a:extLst>
              <a:ext uri="{FF2B5EF4-FFF2-40B4-BE49-F238E27FC236}">
                <a16:creationId xmlns:a16="http://schemas.microsoft.com/office/drawing/2014/main" id="{7A5FDD28-3B80-02DD-76DF-6388B2D6F2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3790445" y="2761123"/>
            <a:ext cx="997171" cy="252700"/>
          </a:xfrm>
          <a:prstGeom prst="rect">
            <a:avLst/>
          </a:prstGeom>
        </p:spPr>
      </p:pic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25806399-05B7-ED18-3E1C-E0F4641F6181}"/>
              </a:ext>
            </a:extLst>
          </p:cNvPr>
          <p:cNvCxnSpPr>
            <a:cxnSpLocks/>
          </p:cNvCxnSpPr>
          <p:nvPr/>
        </p:nvCxnSpPr>
        <p:spPr>
          <a:xfrm flipV="1">
            <a:off x="2163634" y="2307700"/>
            <a:ext cx="221915" cy="1761326"/>
          </a:xfrm>
          <a:prstGeom prst="line">
            <a:avLst/>
          </a:prstGeom>
          <a:ln w="635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cto 72">
            <a:extLst>
              <a:ext uri="{FF2B5EF4-FFF2-40B4-BE49-F238E27FC236}">
                <a16:creationId xmlns:a16="http://schemas.microsoft.com/office/drawing/2014/main" id="{E6091627-54B7-2632-893E-4A57E4844F6F}"/>
              </a:ext>
            </a:extLst>
          </p:cNvPr>
          <p:cNvCxnSpPr>
            <a:cxnSpLocks/>
          </p:cNvCxnSpPr>
          <p:nvPr/>
        </p:nvCxnSpPr>
        <p:spPr>
          <a:xfrm flipH="1">
            <a:off x="10092762" y="2501635"/>
            <a:ext cx="20814" cy="3587019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recto 74">
            <a:extLst>
              <a:ext uri="{FF2B5EF4-FFF2-40B4-BE49-F238E27FC236}">
                <a16:creationId xmlns:a16="http://schemas.microsoft.com/office/drawing/2014/main" id="{BCC24634-A932-86AA-6D6E-BBE6F1881C8E}"/>
              </a:ext>
            </a:extLst>
          </p:cNvPr>
          <p:cNvCxnSpPr>
            <a:cxnSpLocks/>
          </p:cNvCxnSpPr>
          <p:nvPr/>
        </p:nvCxnSpPr>
        <p:spPr>
          <a:xfrm flipH="1">
            <a:off x="5222576" y="6113443"/>
            <a:ext cx="4891000" cy="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ector recto 82">
            <a:extLst>
              <a:ext uri="{FF2B5EF4-FFF2-40B4-BE49-F238E27FC236}">
                <a16:creationId xmlns:a16="http://schemas.microsoft.com/office/drawing/2014/main" id="{89F5A704-F181-8410-8AD7-8B8E16F94916}"/>
              </a:ext>
            </a:extLst>
          </p:cNvPr>
          <p:cNvCxnSpPr>
            <a:cxnSpLocks/>
          </p:cNvCxnSpPr>
          <p:nvPr/>
        </p:nvCxnSpPr>
        <p:spPr>
          <a:xfrm flipH="1">
            <a:off x="5089006" y="5924796"/>
            <a:ext cx="5137102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ector recto 84">
            <a:extLst>
              <a:ext uri="{FF2B5EF4-FFF2-40B4-BE49-F238E27FC236}">
                <a16:creationId xmlns:a16="http://schemas.microsoft.com/office/drawing/2014/main" id="{0C15A4C2-4C3A-B6FB-7760-96949879E574}"/>
              </a:ext>
            </a:extLst>
          </p:cNvPr>
          <p:cNvCxnSpPr>
            <a:cxnSpLocks/>
          </p:cNvCxnSpPr>
          <p:nvPr/>
        </p:nvCxnSpPr>
        <p:spPr>
          <a:xfrm flipH="1">
            <a:off x="10197575" y="2532243"/>
            <a:ext cx="28533" cy="3430415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E2BD4CC7-BEC5-9CDD-6865-F98EECF4B6F2}"/>
              </a:ext>
            </a:extLst>
          </p:cNvPr>
          <p:cNvCxnSpPr>
            <a:cxnSpLocks/>
          </p:cNvCxnSpPr>
          <p:nvPr/>
        </p:nvCxnSpPr>
        <p:spPr>
          <a:xfrm flipH="1">
            <a:off x="4964188" y="5772396"/>
            <a:ext cx="4983994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BCE02D2B-9377-7E20-B54F-FD1A77EA186E}"/>
              </a:ext>
            </a:extLst>
          </p:cNvPr>
          <p:cNvCxnSpPr>
            <a:cxnSpLocks/>
          </p:cNvCxnSpPr>
          <p:nvPr/>
        </p:nvCxnSpPr>
        <p:spPr>
          <a:xfrm flipH="1">
            <a:off x="9940794" y="2518106"/>
            <a:ext cx="22926" cy="3283024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cto 98">
            <a:extLst>
              <a:ext uri="{FF2B5EF4-FFF2-40B4-BE49-F238E27FC236}">
                <a16:creationId xmlns:a16="http://schemas.microsoft.com/office/drawing/2014/main" id="{71800664-7E57-054E-DD55-E3C7E3148E20}"/>
              </a:ext>
            </a:extLst>
          </p:cNvPr>
          <p:cNvCxnSpPr>
            <a:cxnSpLocks/>
          </p:cNvCxnSpPr>
          <p:nvPr/>
        </p:nvCxnSpPr>
        <p:spPr>
          <a:xfrm flipH="1">
            <a:off x="4817713" y="5646030"/>
            <a:ext cx="4967966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cto 99">
            <a:extLst>
              <a:ext uri="{FF2B5EF4-FFF2-40B4-BE49-F238E27FC236}">
                <a16:creationId xmlns:a16="http://schemas.microsoft.com/office/drawing/2014/main" id="{504ECE9C-D691-B6E5-DE51-856B8554520E}"/>
              </a:ext>
            </a:extLst>
          </p:cNvPr>
          <p:cNvCxnSpPr>
            <a:cxnSpLocks/>
          </p:cNvCxnSpPr>
          <p:nvPr/>
        </p:nvCxnSpPr>
        <p:spPr>
          <a:xfrm flipH="1">
            <a:off x="9794136" y="2518106"/>
            <a:ext cx="33179" cy="315665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ACE0CF2F-20D6-8EA4-DC30-8B22B2742153}"/>
              </a:ext>
            </a:extLst>
          </p:cNvPr>
          <p:cNvCxnSpPr>
            <a:cxnSpLocks/>
          </p:cNvCxnSpPr>
          <p:nvPr/>
        </p:nvCxnSpPr>
        <p:spPr>
          <a:xfrm flipH="1">
            <a:off x="4654648" y="5468733"/>
            <a:ext cx="4998625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92E70B21-044E-6544-2BE7-2D9ECBAF33FA}"/>
              </a:ext>
            </a:extLst>
          </p:cNvPr>
          <p:cNvCxnSpPr>
            <a:cxnSpLocks/>
          </p:cNvCxnSpPr>
          <p:nvPr/>
        </p:nvCxnSpPr>
        <p:spPr>
          <a:xfrm flipH="1">
            <a:off x="9631071" y="2532243"/>
            <a:ext cx="73628" cy="2965224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CC13FFFC-4A9E-B5C8-292B-93E28AE1E777}"/>
              </a:ext>
            </a:extLst>
          </p:cNvPr>
          <p:cNvCxnSpPr>
            <a:cxnSpLocks/>
          </p:cNvCxnSpPr>
          <p:nvPr/>
        </p:nvCxnSpPr>
        <p:spPr>
          <a:xfrm flipH="1">
            <a:off x="4588296" y="5229635"/>
            <a:ext cx="4923479" cy="0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232798AC-A7AE-26B5-23C2-FF9717B8EFBA}"/>
              </a:ext>
            </a:extLst>
          </p:cNvPr>
          <p:cNvCxnSpPr>
            <a:cxnSpLocks/>
          </p:cNvCxnSpPr>
          <p:nvPr/>
        </p:nvCxnSpPr>
        <p:spPr>
          <a:xfrm flipH="1">
            <a:off x="9497531" y="2536793"/>
            <a:ext cx="63101" cy="2724479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recto 108">
            <a:extLst>
              <a:ext uri="{FF2B5EF4-FFF2-40B4-BE49-F238E27FC236}">
                <a16:creationId xmlns:a16="http://schemas.microsoft.com/office/drawing/2014/main" id="{BB5E3138-A8A8-8E15-4795-68F4E8E8957D}"/>
              </a:ext>
            </a:extLst>
          </p:cNvPr>
          <p:cNvCxnSpPr>
            <a:cxnSpLocks/>
          </p:cNvCxnSpPr>
          <p:nvPr/>
        </p:nvCxnSpPr>
        <p:spPr>
          <a:xfrm flipH="1">
            <a:off x="4500231" y="5010971"/>
            <a:ext cx="4922855" cy="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ector recto 109">
            <a:extLst>
              <a:ext uri="{FF2B5EF4-FFF2-40B4-BE49-F238E27FC236}">
                <a16:creationId xmlns:a16="http://schemas.microsoft.com/office/drawing/2014/main" id="{C3F65EAD-69DB-4034-7AA9-E6AF4A880008}"/>
              </a:ext>
            </a:extLst>
          </p:cNvPr>
          <p:cNvCxnSpPr>
            <a:cxnSpLocks/>
          </p:cNvCxnSpPr>
          <p:nvPr/>
        </p:nvCxnSpPr>
        <p:spPr>
          <a:xfrm flipH="1">
            <a:off x="9409466" y="2568795"/>
            <a:ext cx="13620" cy="2473813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cto 113">
            <a:extLst>
              <a:ext uri="{FF2B5EF4-FFF2-40B4-BE49-F238E27FC236}">
                <a16:creationId xmlns:a16="http://schemas.microsoft.com/office/drawing/2014/main" id="{6992A40D-E771-07FA-C84B-D7B711787B31}"/>
              </a:ext>
            </a:extLst>
          </p:cNvPr>
          <p:cNvCxnSpPr>
            <a:cxnSpLocks/>
          </p:cNvCxnSpPr>
          <p:nvPr/>
        </p:nvCxnSpPr>
        <p:spPr>
          <a:xfrm>
            <a:off x="10236839" y="783625"/>
            <a:ext cx="1343907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recto 117">
            <a:extLst>
              <a:ext uri="{FF2B5EF4-FFF2-40B4-BE49-F238E27FC236}">
                <a16:creationId xmlns:a16="http://schemas.microsoft.com/office/drawing/2014/main" id="{4F81F6F8-E425-13B7-AF4B-691794A7AE57}"/>
              </a:ext>
            </a:extLst>
          </p:cNvPr>
          <p:cNvCxnSpPr>
            <a:cxnSpLocks/>
          </p:cNvCxnSpPr>
          <p:nvPr/>
        </p:nvCxnSpPr>
        <p:spPr>
          <a:xfrm>
            <a:off x="10247246" y="783625"/>
            <a:ext cx="0" cy="313624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recto 121">
            <a:extLst>
              <a:ext uri="{FF2B5EF4-FFF2-40B4-BE49-F238E27FC236}">
                <a16:creationId xmlns:a16="http://schemas.microsoft.com/office/drawing/2014/main" id="{46348C55-72C1-EC8D-C5D8-578D725341D0}"/>
              </a:ext>
            </a:extLst>
          </p:cNvPr>
          <p:cNvCxnSpPr>
            <a:cxnSpLocks/>
          </p:cNvCxnSpPr>
          <p:nvPr/>
        </p:nvCxnSpPr>
        <p:spPr>
          <a:xfrm>
            <a:off x="11580746" y="812971"/>
            <a:ext cx="0" cy="313624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recto 123">
            <a:extLst>
              <a:ext uri="{FF2B5EF4-FFF2-40B4-BE49-F238E27FC236}">
                <a16:creationId xmlns:a16="http://schemas.microsoft.com/office/drawing/2014/main" id="{8386B8EC-5A08-7DFB-5659-0FD9357A6B35}"/>
              </a:ext>
            </a:extLst>
          </p:cNvPr>
          <p:cNvCxnSpPr>
            <a:cxnSpLocks/>
          </p:cNvCxnSpPr>
          <p:nvPr/>
        </p:nvCxnSpPr>
        <p:spPr>
          <a:xfrm>
            <a:off x="10103489" y="654231"/>
            <a:ext cx="1343907" cy="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40A802BD-9B65-FFCF-EC9F-387C1155CC61}"/>
              </a:ext>
            </a:extLst>
          </p:cNvPr>
          <p:cNvCxnSpPr>
            <a:cxnSpLocks/>
          </p:cNvCxnSpPr>
          <p:nvPr/>
        </p:nvCxnSpPr>
        <p:spPr>
          <a:xfrm>
            <a:off x="10113896" y="654231"/>
            <a:ext cx="0" cy="472364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ector recto 125">
            <a:extLst>
              <a:ext uri="{FF2B5EF4-FFF2-40B4-BE49-F238E27FC236}">
                <a16:creationId xmlns:a16="http://schemas.microsoft.com/office/drawing/2014/main" id="{352F02BB-8F83-5D8B-EB62-CABFDF985C87}"/>
              </a:ext>
            </a:extLst>
          </p:cNvPr>
          <p:cNvCxnSpPr>
            <a:cxnSpLocks/>
          </p:cNvCxnSpPr>
          <p:nvPr/>
        </p:nvCxnSpPr>
        <p:spPr>
          <a:xfrm>
            <a:off x="11447396" y="683577"/>
            <a:ext cx="0" cy="413672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ector recto 128">
            <a:extLst>
              <a:ext uri="{FF2B5EF4-FFF2-40B4-BE49-F238E27FC236}">
                <a16:creationId xmlns:a16="http://schemas.microsoft.com/office/drawing/2014/main" id="{DCA93FFA-8554-BF37-7CC6-2AFE16BD0A07}"/>
              </a:ext>
            </a:extLst>
          </p:cNvPr>
          <p:cNvCxnSpPr>
            <a:cxnSpLocks/>
          </p:cNvCxnSpPr>
          <p:nvPr/>
        </p:nvCxnSpPr>
        <p:spPr>
          <a:xfrm>
            <a:off x="9526922" y="464502"/>
            <a:ext cx="1644249" cy="0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ector recto 129">
            <a:extLst>
              <a:ext uri="{FF2B5EF4-FFF2-40B4-BE49-F238E27FC236}">
                <a16:creationId xmlns:a16="http://schemas.microsoft.com/office/drawing/2014/main" id="{9E15EB54-72B3-AEBA-2031-46762875E456}"/>
              </a:ext>
            </a:extLst>
          </p:cNvPr>
          <p:cNvCxnSpPr>
            <a:cxnSpLocks/>
          </p:cNvCxnSpPr>
          <p:nvPr/>
        </p:nvCxnSpPr>
        <p:spPr>
          <a:xfrm>
            <a:off x="9560632" y="464502"/>
            <a:ext cx="0" cy="649312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ector recto 130">
            <a:extLst>
              <a:ext uri="{FF2B5EF4-FFF2-40B4-BE49-F238E27FC236}">
                <a16:creationId xmlns:a16="http://schemas.microsoft.com/office/drawing/2014/main" id="{16DAC5F0-17F9-FC28-09FA-9866B3CCB423}"/>
              </a:ext>
            </a:extLst>
          </p:cNvPr>
          <p:cNvCxnSpPr>
            <a:cxnSpLocks/>
          </p:cNvCxnSpPr>
          <p:nvPr/>
        </p:nvCxnSpPr>
        <p:spPr>
          <a:xfrm>
            <a:off x="11171171" y="464502"/>
            <a:ext cx="0" cy="662093"/>
          </a:xfrm>
          <a:prstGeom prst="line">
            <a:avLst/>
          </a:prstGeom>
          <a:ln w="635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42A4126A-9187-3051-9BF2-C881DB17DCC1}"/>
              </a:ext>
            </a:extLst>
          </p:cNvPr>
          <p:cNvCxnSpPr>
            <a:cxnSpLocks/>
          </p:cNvCxnSpPr>
          <p:nvPr/>
        </p:nvCxnSpPr>
        <p:spPr>
          <a:xfrm>
            <a:off x="9387764" y="340677"/>
            <a:ext cx="1644249" cy="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ector recto 136">
            <a:extLst>
              <a:ext uri="{FF2B5EF4-FFF2-40B4-BE49-F238E27FC236}">
                <a16:creationId xmlns:a16="http://schemas.microsoft.com/office/drawing/2014/main" id="{0CBEB8CF-DA70-C637-CB53-87364B807CF1}"/>
              </a:ext>
            </a:extLst>
          </p:cNvPr>
          <p:cNvCxnSpPr>
            <a:cxnSpLocks/>
          </p:cNvCxnSpPr>
          <p:nvPr/>
        </p:nvCxnSpPr>
        <p:spPr>
          <a:xfrm>
            <a:off x="9427817" y="340677"/>
            <a:ext cx="0" cy="773137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ector recto 137">
            <a:extLst>
              <a:ext uri="{FF2B5EF4-FFF2-40B4-BE49-F238E27FC236}">
                <a16:creationId xmlns:a16="http://schemas.microsoft.com/office/drawing/2014/main" id="{83C807D1-97E9-6920-79F6-304E4728B698}"/>
              </a:ext>
            </a:extLst>
          </p:cNvPr>
          <p:cNvCxnSpPr>
            <a:cxnSpLocks/>
          </p:cNvCxnSpPr>
          <p:nvPr/>
        </p:nvCxnSpPr>
        <p:spPr>
          <a:xfrm>
            <a:off x="11032013" y="340677"/>
            <a:ext cx="6343" cy="785918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ector recto 140">
            <a:extLst>
              <a:ext uri="{FF2B5EF4-FFF2-40B4-BE49-F238E27FC236}">
                <a16:creationId xmlns:a16="http://schemas.microsoft.com/office/drawing/2014/main" id="{F42D56A6-C2FC-98A2-6244-269BA9F9B677}"/>
              </a:ext>
            </a:extLst>
          </p:cNvPr>
          <p:cNvCxnSpPr>
            <a:cxnSpLocks/>
          </p:cNvCxnSpPr>
          <p:nvPr/>
        </p:nvCxnSpPr>
        <p:spPr>
          <a:xfrm flipH="1">
            <a:off x="9947070" y="1231265"/>
            <a:ext cx="401976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ector recto 142">
            <a:extLst>
              <a:ext uri="{FF2B5EF4-FFF2-40B4-BE49-F238E27FC236}">
                <a16:creationId xmlns:a16="http://schemas.microsoft.com/office/drawing/2014/main" id="{B48C78C2-23E6-EB1A-6170-DF047B7F3AC9}"/>
              </a:ext>
            </a:extLst>
          </p:cNvPr>
          <p:cNvCxnSpPr>
            <a:cxnSpLocks/>
          </p:cNvCxnSpPr>
          <p:nvPr/>
        </p:nvCxnSpPr>
        <p:spPr>
          <a:xfrm>
            <a:off x="11447396" y="2568795"/>
            <a:ext cx="0" cy="286434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CD9F507-71ED-78F3-C98B-B7750E29CAFC}"/>
              </a:ext>
            </a:extLst>
          </p:cNvPr>
          <p:cNvCxnSpPr>
            <a:cxnSpLocks/>
          </p:cNvCxnSpPr>
          <p:nvPr/>
        </p:nvCxnSpPr>
        <p:spPr>
          <a:xfrm flipH="1">
            <a:off x="10417999" y="2864754"/>
            <a:ext cx="1056089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ector recto 147">
            <a:extLst>
              <a:ext uri="{FF2B5EF4-FFF2-40B4-BE49-F238E27FC236}">
                <a16:creationId xmlns:a16="http://schemas.microsoft.com/office/drawing/2014/main" id="{B0705472-6F48-43CA-77E6-321498E76921}"/>
              </a:ext>
            </a:extLst>
          </p:cNvPr>
          <p:cNvCxnSpPr>
            <a:cxnSpLocks/>
          </p:cNvCxnSpPr>
          <p:nvPr/>
        </p:nvCxnSpPr>
        <p:spPr>
          <a:xfrm>
            <a:off x="10417999" y="1213871"/>
            <a:ext cx="0" cy="1695012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ector recto 151">
            <a:extLst>
              <a:ext uri="{FF2B5EF4-FFF2-40B4-BE49-F238E27FC236}">
                <a16:creationId xmlns:a16="http://schemas.microsoft.com/office/drawing/2014/main" id="{372BCB65-DBBD-AEA2-F6CE-ED7D53D99726}"/>
              </a:ext>
            </a:extLst>
          </p:cNvPr>
          <p:cNvCxnSpPr>
            <a:cxnSpLocks/>
          </p:cNvCxnSpPr>
          <p:nvPr/>
        </p:nvCxnSpPr>
        <p:spPr>
          <a:xfrm>
            <a:off x="11181393" y="2518106"/>
            <a:ext cx="0" cy="193906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153">
            <a:extLst>
              <a:ext uri="{FF2B5EF4-FFF2-40B4-BE49-F238E27FC236}">
                <a16:creationId xmlns:a16="http://schemas.microsoft.com/office/drawing/2014/main" id="{3B99DCB0-6BDC-B096-87F5-45834983A732}"/>
              </a:ext>
            </a:extLst>
          </p:cNvPr>
          <p:cNvCxnSpPr>
            <a:cxnSpLocks/>
          </p:cNvCxnSpPr>
          <p:nvPr/>
        </p:nvCxnSpPr>
        <p:spPr>
          <a:xfrm flipH="1" flipV="1">
            <a:off x="10504303" y="2729385"/>
            <a:ext cx="694311" cy="11058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156">
            <a:extLst>
              <a:ext uri="{FF2B5EF4-FFF2-40B4-BE49-F238E27FC236}">
                <a16:creationId xmlns:a16="http://schemas.microsoft.com/office/drawing/2014/main" id="{48A495FE-CF06-E747-9D66-906B72775B9C}"/>
              </a:ext>
            </a:extLst>
          </p:cNvPr>
          <p:cNvCxnSpPr>
            <a:cxnSpLocks/>
          </p:cNvCxnSpPr>
          <p:nvPr/>
        </p:nvCxnSpPr>
        <p:spPr>
          <a:xfrm>
            <a:off x="10522774" y="969783"/>
            <a:ext cx="0" cy="1787044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recto 159">
            <a:extLst>
              <a:ext uri="{FF2B5EF4-FFF2-40B4-BE49-F238E27FC236}">
                <a16:creationId xmlns:a16="http://schemas.microsoft.com/office/drawing/2014/main" id="{CDD6A228-95B0-078A-E82E-FCC4BEC7A222}"/>
              </a:ext>
            </a:extLst>
          </p:cNvPr>
          <p:cNvCxnSpPr>
            <a:cxnSpLocks/>
          </p:cNvCxnSpPr>
          <p:nvPr/>
        </p:nvCxnSpPr>
        <p:spPr>
          <a:xfrm flipH="1">
            <a:off x="9805042" y="960639"/>
            <a:ext cx="743237" cy="9143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ector recto 161">
            <a:extLst>
              <a:ext uri="{FF2B5EF4-FFF2-40B4-BE49-F238E27FC236}">
                <a16:creationId xmlns:a16="http://schemas.microsoft.com/office/drawing/2014/main" id="{AD16344F-97CA-22A8-8F0C-28EED6DA63E1}"/>
              </a:ext>
            </a:extLst>
          </p:cNvPr>
          <p:cNvCxnSpPr>
            <a:cxnSpLocks/>
          </p:cNvCxnSpPr>
          <p:nvPr/>
        </p:nvCxnSpPr>
        <p:spPr>
          <a:xfrm>
            <a:off x="9827315" y="969782"/>
            <a:ext cx="0" cy="322142"/>
          </a:xfrm>
          <a:prstGeom prst="line">
            <a:avLst/>
          </a:prstGeom>
          <a:ln w="635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ector recto 163">
            <a:extLst>
              <a:ext uri="{FF2B5EF4-FFF2-40B4-BE49-F238E27FC236}">
                <a16:creationId xmlns:a16="http://schemas.microsoft.com/office/drawing/2014/main" id="{8CD2CD35-B3C0-FF32-7DED-ED00354160B6}"/>
              </a:ext>
            </a:extLst>
          </p:cNvPr>
          <p:cNvCxnSpPr>
            <a:cxnSpLocks/>
          </p:cNvCxnSpPr>
          <p:nvPr/>
        </p:nvCxnSpPr>
        <p:spPr>
          <a:xfrm flipH="1">
            <a:off x="10602435" y="2588883"/>
            <a:ext cx="471769" cy="0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ector recto 166">
            <a:extLst>
              <a:ext uri="{FF2B5EF4-FFF2-40B4-BE49-F238E27FC236}">
                <a16:creationId xmlns:a16="http://schemas.microsoft.com/office/drawing/2014/main" id="{3DEB0F10-4047-861F-E899-5912E3DC19FA}"/>
              </a:ext>
            </a:extLst>
          </p:cNvPr>
          <p:cNvCxnSpPr>
            <a:cxnSpLocks/>
          </p:cNvCxnSpPr>
          <p:nvPr/>
        </p:nvCxnSpPr>
        <p:spPr>
          <a:xfrm>
            <a:off x="10627549" y="535069"/>
            <a:ext cx="28844" cy="2056166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1D7EFC8C-871F-882A-9CF3-B4DC428474F9}"/>
              </a:ext>
            </a:extLst>
          </p:cNvPr>
          <p:cNvCxnSpPr>
            <a:cxnSpLocks/>
          </p:cNvCxnSpPr>
          <p:nvPr/>
        </p:nvCxnSpPr>
        <p:spPr>
          <a:xfrm flipH="1">
            <a:off x="9704699" y="552872"/>
            <a:ext cx="949184" cy="6756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ector recto 172">
            <a:extLst>
              <a:ext uri="{FF2B5EF4-FFF2-40B4-BE49-F238E27FC236}">
                <a16:creationId xmlns:a16="http://schemas.microsoft.com/office/drawing/2014/main" id="{26B1C8A2-9979-C783-F9B4-40326C9FFAA3}"/>
              </a:ext>
            </a:extLst>
          </p:cNvPr>
          <p:cNvCxnSpPr>
            <a:cxnSpLocks/>
          </p:cNvCxnSpPr>
          <p:nvPr/>
        </p:nvCxnSpPr>
        <p:spPr>
          <a:xfrm>
            <a:off x="9694053" y="508051"/>
            <a:ext cx="7834" cy="729345"/>
          </a:xfrm>
          <a:prstGeom prst="line">
            <a:avLst/>
          </a:prstGeom>
          <a:ln w="635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B3E3D494-B45B-2835-D38C-896276B2E099}"/>
              </a:ext>
            </a:extLst>
          </p:cNvPr>
          <p:cNvCxnSpPr>
            <a:cxnSpLocks/>
          </p:cNvCxnSpPr>
          <p:nvPr/>
        </p:nvCxnSpPr>
        <p:spPr>
          <a:xfrm>
            <a:off x="11309312" y="2554160"/>
            <a:ext cx="0" cy="751015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 descr="Push button 2 pines NA">
            <a:extLst>
              <a:ext uri="{FF2B5EF4-FFF2-40B4-BE49-F238E27FC236}">
                <a16:creationId xmlns:a16="http://schemas.microsoft.com/office/drawing/2014/main" id="{F0247DB2-DC94-468F-7E4B-E01219E616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4191019" y="1609712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E7FC5AA7-6001-9183-E7AB-45FE778F42F4}"/>
              </a:ext>
            </a:extLst>
          </p:cNvPr>
          <p:cNvCxnSpPr>
            <a:cxnSpLocks/>
          </p:cNvCxnSpPr>
          <p:nvPr/>
        </p:nvCxnSpPr>
        <p:spPr>
          <a:xfrm>
            <a:off x="4588296" y="536433"/>
            <a:ext cx="0" cy="593471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" descr="Push button 2 pines NA">
            <a:extLst>
              <a:ext uri="{FF2B5EF4-FFF2-40B4-BE49-F238E27FC236}">
                <a16:creationId xmlns:a16="http://schemas.microsoft.com/office/drawing/2014/main" id="{26BF61A0-8488-534E-4E4D-DCBC96A05D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4746608" y="1599793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Push button 2 pines NA">
            <a:extLst>
              <a:ext uri="{FF2B5EF4-FFF2-40B4-BE49-F238E27FC236}">
                <a16:creationId xmlns:a16="http://schemas.microsoft.com/office/drawing/2014/main" id="{D68929E0-FA41-8979-DCC3-C6A04DA4A7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6300" b="58100" l="19100" r="38600">
                        <a14:foregroundMark x1="25000" y1="37500" x2="24900" y2="363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666" t="34506" r="58889" b="39270"/>
          <a:stretch>
            <a:fillRect/>
          </a:stretch>
        </p:blipFill>
        <p:spPr bwMode="auto">
          <a:xfrm>
            <a:off x="5289770" y="1599793"/>
            <a:ext cx="508569" cy="52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7B358F71-B951-2963-3F70-82E1A503DD30}"/>
              </a:ext>
            </a:extLst>
          </p:cNvPr>
          <p:cNvCxnSpPr>
            <a:cxnSpLocks/>
          </p:cNvCxnSpPr>
          <p:nvPr/>
        </p:nvCxnSpPr>
        <p:spPr>
          <a:xfrm>
            <a:off x="5116786" y="523652"/>
            <a:ext cx="0" cy="593471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3A6C1921-5252-A23C-9455-BE4F043A5D91}"/>
              </a:ext>
            </a:extLst>
          </p:cNvPr>
          <p:cNvCxnSpPr>
            <a:cxnSpLocks/>
          </p:cNvCxnSpPr>
          <p:nvPr/>
        </p:nvCxnSpPr>
        <p:spPr>
          <a:xfrm>
            <a:off x="5655096" y="523652"/>
            <a:ext cx="0" cy="593471"/>
          </a:xfrm>
          <a:prstGeom prst="line">
            <a:avLst/>
          </a:prstGeom>
          <a:ln w="635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DA92A93-1619-79F4-ADB5-76C98F076FD6}"/>
              </a:ext>
            </a:extLst>
          </p:cNvPr>
          <p:cNvCxnSpPr>
            <a:cxnSpLocks/>
          </p:cNvCxnSpPr>
          <p:nvPr/>
        </p:nvCxnSpPr>
        <p:spPr>
          <a:xfrm>
            <a:off x="2345820" y="2307700"/>
            <a:ext cx="1968318" cy="0"/>
          </a:xfrm>
          <a:prstGeom prst="line">
            <a:avLst/>
          </a:prstGeom>
          <a:ln w="635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B4FF4F81-F78B-C69F-0A85-AEBDF3B67014}"/>
              </a:ext>
            </a:extLst>
          </p:cNvPr>
          <p:cNvCxnSpPr>
            <a:cxnSpLocks/>
          </p:cNvCxnSpPr>
          <p:nvPr/>
        </p:nvCxnSpPr>
        <p:spPr>
          <a:xfrm flipH="1">
            <a:off x="3096613" y="2320021"/>
            <a:ext cx="1771103" cy="72036"/>
          </a:xfrm>
          <a:prstGeom prst="line">
            <a:avLst/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26F17C46-A6CD-32FE-751C-2263162182FA}"/>
              </a:ext>
            </a:extLst>
          </p:cNvPr>
          <p:cNvCxnSpPr>
            <a:cxnSpLocks/>
          </p:cNvCxnSpPr>
          <p:nvPr/>
        </p:nvCxnSpPr>
        <p:spPr>
          <a:xfrm flipH="1" flipV="1">
            <a:off x="2974385" y="2179405"/>
            <a:ext cx="2435987" cy="6583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Imagen 95">
            <a:extLst>
              <a:ext uri="{FF2B5EF4-FFF2-40B4-BE49-F238E27FC236}">
                <a16:creationId xmlns:a16="http://schemas.microsoft.com/office/drawing/2014/main" id="{22BCCCEF-39B5-3970-979D-ACD2621D28D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6629088" y="-117699"/>
            <a:ext cx="594575" cy="1602555"/>
          </a:xfrm>
          <a:prstGeom prst="rect">
            <a:avLst/>
          </a:prstGeom>
        </p:spPr>
      </p:pic>
      <p:pic>
        <p:nvPicPr>
          <p:cNvPr id="97" name="Imagen 96">
            <a:extLst>
              <a:ext uri="{FF2B5EF4-FFF2-40B4-BE49-F238E27FC236}">
                <a16:creationId xmlns:a16="http://schemas.microsoft.com/office/drawing/2014/main" id="{38667B4B-4526-4F30-55C8-2207BC9F5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6343856" y="1680636"/>
            <a:ext cx="997171" cy="252700"/>
          </a:xfrm>
          <a:prstGeom prst="rect">
            <a:avLst/>
          </a:prstGeom>
        </p:spPr>
      </p:pic>
      <p:pic>
        <p:nvPicPr>
          <p:cNvPr id="98" name="Imagen 97">
            <a:extLst>
              <a:ext uri="{FF2B5EF4-FFF2-40B4-BE49-F238E27FC236}">
                <a16:creationId xmlns:a16="http://schemas.microsoft.com/office/drawing/2014/main" id="{3D6E238E-A663-8BA8-9B01-7E098531A4B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7285823" y="-117699"/>
            <a:ext cx="594575" cy="1602555"/>
          </a:xfrm>
          <a:prstGeom prst="rect">
            <a:avLst/>
          </a:prstGeom>
        </p:spPr>
      </p:pic>
      <p:pic>
        <p:nvPicPr>
          <p:cNvPr id="101" name="Imagen 100">
            <a:extLst>
              <a:ext uri="{FF2B5EF4-FFF2-40B4-BE49-F238E27FC236}">
                <a16:creationId xmlns:a16="http://schemas.microsoft.com/office/drawing/2014/main" id="{D01EBDB8-3A32-CAE0-C366-D516FAC10A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7000591" y="1680636"/>
            <a:ext cx="997171" cy="252700"/>
          </a:xfrm>
          <a:prstGeom prst="rect">
            <a:avLst/>
          </a:prstGeom>
        </p:spPr>
      </p:pic>
      <p:pic>
        <p:nvPicPr>
          <p:cNvPr id="104" name="Imagen 103">
            <a:extLst>
              <a:ext uri="{FF2B5EF4-FFF2-40B4-BE49-F238E27FC236}">
                <a16:creationId xmlns:a16="http://schemas.microsoft.com/office/drawing/2014/main" id="{AE5F156C-71AA-ADCF-010F-D74F026D04D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7948842" y="-117699"/>
            <a:ext cx="562482" cy="1602555"/>
          </a:xfrm>
          <a:prstGeom prst="rect">
            <a:avLst/>
          </a:prstGeom>
        </p:spPr>
      </p:pic>
      <p:pic>
        <p:nvPicPr>
          <p:cNvPr id="107" name="Imagen 106">
            <a:extLst>
              <a:ext uri="{FF2B5EF4-FFF2-40B4-BE49-F238E27FC236}">
                <a16:creationId xmlns:a16="http://schemas.microsoft.com/office/drawing/2014/main" id="{3E50A0D3-3366-42EB-AF8F-918CEA3809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7656791" y="1687455"/>
            <a:ext cx="997171" cy="239061"/>
          </a:xfrm>
          <a:prstGeom prst="rect">
            <a:avLst/>
          </a:prstGeom>
        </p:spPr>
      </p:pic>
      <p:pic>
        <p:nvPicPr>
          <p:cNvPr id="108" name="Imagen 107">
            <a:extLst>
              <a:ext uri="{FF2B5EF4-FFF2-40B4-BE49-F238E27FC236}">
                <a16:creationId xmlns:a16="http://schemas.microsoft.com/office/drawing/2014/main" id="{11F278BE-43DC-42FE-A000-7BE8CD9282A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8629684" y="-117701"/>
            <a:ext cx="594575" cy="1602555"/>
          </a:xfrm>
          <a:prstGeom prst="rect">
            <a:avLst/>
          </a:prstGeom>
        </p:spPr>
      </p:pic>
      <p:pic>
        <p:nvPicPr>
          <p:cNvPr id="111" name="Imagen 110">
            <a:extLst>
              <a:ext uri="{FF2B5EF4-FFF2-40B4-BE49-F238E27FC236}">
                <a16:creationId xmlns:a16="http://schemas.microsoft.com/office/drawing/2014/main" id="{BD80A230-D981-A880-0802-9F62DF6AEF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8344452" y="1680634"/>
            <a:ext cx="997171" cy="252700"/>
          </a:xfrm>
          <a:prstGeom prst="rect">
            <a:avLst/>
          </a:prstGeom>
        </p:spPr>
      </p:pic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931A4BFF-9F3F-5751-9A80-D04480C2D97C}"/>
              </a:ext>
            </a:extLst>
          </p:cNvPr>
          <p:cNvCxnSpPr>
            <a:cxnSpLocks/>
          </p:cNvCxnSpPr>
          <p:nvPr/>
        </p:nvCxnSpPr>
        <p:spPr>
          <a:xfrm>
            <a:off x="7117250" y="1555001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cto 114">
            <a:extLst>
              <a:ext uri="{FF2B5EF4-FFF2-40B4-BE49-F238E27FC236}">
                <a16:creationId xmlns:a16="http://schemas.microsoft.com/office/drawing/2014/main" id="{704659D9-9433-3F7B-4ABD-83E1339CBE5B}"/>
              </a:ext>
            </a:extLst>
          </p:cNvPr>
          <p:cNvCxnSpPr>
            <a:cxnSpLocks/>
          </p:cNvCxnSpPr>
          <p:nvPr/>
        </p:nvCxnSpPr>
        <p:spPr>
          <a:xfrm>
            <a:off x="7794944" y="1543224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cto 115">
            <a:extLst>
              <a:ext uri="{FF2B5EF4-FFF2-40B4-BE49-F238E27FC236}">
                <a16:creationId xmlns:a16="http://schemas.microsoft.com/office/drawing/2014/main" id="{949CB489-6C34-3744-AFA0-F8A20B89C7D9}"/>
              </a:ext>
            </a:extLst>
          </p:cNvPr>
          <p:cNvCxnSpPr>
            <a:cxnSpLocks/>
          </p:cNvCxnSpPr>
          <p:nvPr/>
        </p:nvCxnSpPr>
        <p:spPr>
          <a:xfrm>
            <a:off x="8458513" y="1526061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cto 116">
            <a:extLst>
              <a:ext uri="{FF2B5EF4-FFF2-40B4-BE49-F238E27FC236}">
                <a16:creationId xmlns:a16="http://schemas.microsoft.com/office/drawing/2014/main" id="{408A4BFF-22BE-772B-F027-959462409858}"/>
              </a:ext>
            </a:extLst>
          </p:cNvPr>
          <p:cNvCxnSpPr>
            <a:cxnSpLocks/>
          </p:cNvCxnSpPr>
          <p:nvPr/>
        </p:nvCxnSpPr>
        <p:spPr>
          <a:xfrm>
            <a:off x="9127633" y="1525817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44BC3FA-0692-7600-F027-1D8096E279FE}"/>
              </a:ext>
            </a:extLst>
          </p:cNvPr>
          <p:cNvCxnSpPr>
            <a:cxnSpLocks/>
          </p:cNvCxnSpPr>
          <p:nvPr/>
        </p:nvCxnSpPr>
        <p:spPr>
          <a:xfrm>
            <a:off x="8862475" y="2534453"/>
            <a:ext cx="13233" cy="1186247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0230F69A-2B28-FAA7-BB93-83B842971EDB}"/>
              </a:ext>
            </a:extLst>
          </p:cNvPr>
          <p:cNvCxnSpPr>
            <a:cxnSpLocks/>
          </p:cNvCxnSpPr>
          <p:nvPr/>
        </p:nvCxnSpPr>
        <p:spPr>
          <a:xfrm>
            <a:off x="8194046" y="2537157"/>
            <a:ext cx="15956" cy="1127575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ector recto 139">
            <a:extLst>
              <a:ext uri="{FF2B5EF4-FFF2-40B4-BE49-F238E27FC236}">
                <a16:creationId xmlns:a16="http://schemas.microsoft.com/office/drawing/2014/main" id="{760D8020-6EED-7C19-8242-3D9D3695DE82}"/>
              </a:ext>
            </a:extLst>
          </p:cNvPr>
          <p:cNvCxnSpPr>
            <a:cxnSpLocks/>
          </p:cNvCxnSpPr>
          <p:nvPr/>
        </p:nvCxnSpPr>
        <p:spPr>
          <a:xfrm flipH="1">
            <a:off x="7522633" y="2543581"/>
            <a:ext cx="4595" cy="1003463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ector recto 143">
            <a:extLst>
              <a:ext uri="{FF2B5EF4-FFF2-40B4-BE49-F238E27FC236}">
                <a16:creationId xmlns:a16="http://schemas.microsoft.com/office/drawing/2014/main" id="{44661AEE-FEE5-08DB-89CA-7411B801E12D}"/>
              </a:ext>
            </a:extLst>
          </p:cNvPr>
          <p:cNvCxnSpPr>
            <a:cxnSpLocks/>
          </p:cNvCxnSpPr>
          <p:nvPr/>
        </p:nvCxnSpPr>
        <p:spPr>
          <a:xfrm>
            <a:off x="6869606" y="2533519"/>
            <a:ext cx="0" cy="895481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ector recto 149">
            <a:extLst>
              <a:ext uri="{FF2B5EF4-FFF2-40B4-BE49-F238E27FC236}">
                <a16:creationId xmlns:a16="http://schemas.microsoft.com/office/drawing/2014/main" id="{D75C99EA-DF2F-7D3E-1E9B-1408D2EA2516}"/>
              </a:ext>
            </a:extLst>
          </p:cNvPr>
          <p:cNvCxnSpPr>
            <a:cxnSpLocks/>
          </p:cNvCxnSpPr>
          <p:nvPr/>
        </p:nvCxnSpPr>
        <p:spPr>
          <a:xfrm flipH="1">
            <a:off x="4831746" y="3429000"/>
            <a:ext cx="2054829" cy="0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57DD6C5D-DCD1-AD77-A122-F03CCEAA1987}"/>
              </a:ext>
            </a:extLst>
          </p:cNvPr>
          <p:cNvCxnSpPr>
            <a:cxnSpLocks/>
          </p:cNvCxnSpPr>
          <p:nvPr/>
        </p:nvCxnSpPr>
        <p:spPr>
          <a:xfrm flipH="1">
            <a:off x="4489753" y="3400206"/>
            <a:ext cx="411198" cy="473784"/>
          </a:xfrm>
          <a:prstGeom prst="line">
            <a:avLst/>
          </a:prstGeom>
          <a:ln w="635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ector recto 165">
            <a:extLst>
              <a:ext uri="{FF2B5EF4-FFF2-40B4-BE49-F238E27FC236}">
                <a16:creationId xmlns:a16="http://schemas.microsoft.com/office/drawing/2014/main" id="{CD2E484B-B9EE-DB9B-9839-AC8E4F86B7AE}"/>
              </a:ext>
            </a:extLst>
          </p:cNvPr>
          <p:cNvCxnSpPr>
            <a:cxnSpLocks/>
          </p:cNvCxnSpPr>
          <p:nvPr/>
        </p:nvCxnSpPr>
        <p:spPr>
          <a:xfrm flipH="1">
            <a:off x="4686445" y="3505791"/>
            <a:ext cx="314447" cy="357307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30FF1C7D-CF91-2146-F936-CC2E2DBF75C7}"/>
              </a:ext>
            </a:extLst>
          </p:cNvPr>
          <p:cNvCxnSpPr>
            <a:cxnSpLocks/>
          </p:cNvCxnSpPr>
          <p:nvPr/>
        </p:nvCxnSpPr>
        <p:spPr>
          <a:xfrm flipH="1">
            <a:off x="4971867" y="3537519"/>
            <a:ext cx="2554200" cy="0"/>
          </a:xfrm>
          <a:prstGeom prst="line">
            <a:avLst/>
          </a:prstGeom>
          <a:ln w="635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ector recto 173">
            <a:extLst>
              <a:ext uri="{FF2B5EF4-FFF2-40B4-BE49-F238E27FC236}">
                <a16:creationId xmlns:a16="http://schemas.microsoft.com/office/drawing/2014/main" id="{D7926EB9-6EBB-146A-0227-1E2ACD9EE840}"/>
              </a:ext>
            </a:extLst>
          </p:cNvPr>
          <p:cNvCxnSpPr>
            <a:cxnSpLocks/>
          </p:cNvCxnSpPr>
          <p:nvPr/>
        </p:nvCxnSpPr>
        <p:spPr>
          <a:xfrm flipH="1">
            <a:off x="4884001" y="3637076"/>
            <a:ext cx="205005" cy="244353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ector recto 176">
            <a:extLst>
              <a:ext uri="{FF2B5EF4-FFF2-40B4-BE49-F238E27FC236}">
                <a16:creationId xmlns:a16="http://schemas.microsoft.com/office/drawing/2014/main" id="{9716A07C-41C8-1B38-29AD-1FADFA380BEE}"/>
              </a:ext>
            </a:extLst>
          </p:cNvPr>
          <p:cNvCxnSpPr>
            <a:cxnSpLocks/>
          </p:cNvCxnSpPr>
          <p:nvPr/>
        </p:nvCxnSpPr>
        <p:spPr>
          <a:xfrm flipH="1">
            <a:off x="5079407" y="3625472"/>
            <a:ext cx="3144934" cy="0"/>
          </a:xfrm>
          <a:prstGeom prst="line">
            <a:avLst/>
          </a:prstGeom>
          <a:ln w="635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recto 181">
            <a:extLst>
              <a:ext uri="{FF2B5EF4-FFF2-40B4-BE49-F238E27FC236}">
                <a16:creationId xmlns:a16="http://schemas.microsoft.com/office/drawing/2014/main" id="{E01331D5-48D8-EE84-8B38-C60E85EE703B}"/>
              </a:ext>
            </a:extLst>
          </p:cNvPr>
          <p:cNvCxnSpPr>
            <a:cxnSpLocks/>
          </p:cNvCxnSpPr>
          <p:nvPr/>
        </p:nvCxnSpPr>
        <p:spPr>
          <a:xfrm flipH="1">
            <a:off x="5068481" y="3729431"/>
            <a:ext cx="141825" cy="152933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B9D16D01-A822-9D03-B4C2-64CF56110F9E}"/>
              </a:ext>
            </a:extLst>
          </p:cNvPr>
          <p:cNvCxnSpPr>
            <a:cxnSpLocks/>
          </p:cNvCxnSpPr>
          <p:nvPr/>
        </p:nvCxnSpPr>
        <p:spPr>
          <a:xfrm flipH="1">
            <a:off x="5202485" y="3740403"/>
            <a:ext cx="3692183" cy="0"/>
          </a:xfrm>
          <a:prstGeom prst="line">
            <a:avLst/>
          </a:prstGeom>
          <a:ln w="635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n 1">
            <a:extLst>
              <a:ext uri="{FF2B5EF4-FFF2-40B4-BE49-F238E27FC236}">
                <a16:creationId xmlns:a16="http://schemas.microsoft.com/office/drawing/2014/main" id="{8F9E090C-E425-18B6-797E-677DAF1F626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842" b="53378" l="23473" r="38264">
                        <a14:foregroundMark x1="26581" y1="28190" x2="26045" y2="35446"/>
                        <a14:foregroundMark x1="25723" y1="35363" x2="24652" y2="42035"/>
                        <a14:foregroundMark x1="33655" y1="29108" x2="33119" y2="41952"/>
                        <a14:foregroundMark x1="33119" y1="41952" x2="31833" y2="51126"/>
                        <a14:foregroundMark x1="24652" y1="42369" x2="25188" y2="49208"/>
                        <a14:foregroundMark x1="29904" y1="10842" x2="35263" y2="11927"/>
                      </a14:backgroundRemoval>
                    </a14:imgEffect>
                  </a14:imgLayer>
                </a14:imgProps>
              </a:ext>
            </a:extLst>
          </a:blip>
          <a:srcRect l="21619" t="7423" r="59833" b="41443"/>
          <a:stretch>
            <a:fillRect/>
          </a:stretch>
        </p:blipFill>
        <p:spPr>
          <a:xfrm flipH="1">
            <a:off x="5955832" y="-117701"/>
            <a:ext cx="594575" cy="160255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F692C3D-11F1-97A3-9CB9-8D732A374E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534" b="22808" l="10000" r="90000"/>
                    </a14:imgEffect>
                  </a14:imgLayer>
                </a14:imgProps>
              </a:ext>
            </a:extLst>
          </a:blip>
          <a:srcRect b="74658"/>
          <a:stretch>
            <a:fillRect/>
          </a:stretch>
        </p:blipFill>
        <p:spPr>
          <a:xfrm rot="16200000">
            <a:off x="5656400" y="1615436"/>
            <a:ext cx="997171" cy="252700"/>
          </a:xfrm>
          <a:prstGeom prst="rect">
            <a:avLst/>
          </a:prstGeom>
        </p:spPr>
      </p:pic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9E916ED-9878-8DBA-8FDE-F145E16C219C}"/>
              </a:ext>
            </a:extLst>
          </p:cNvPr>
          <p:cNvCxnSpPr>
            <a:cxnSpLocks/>
          </p:cNvCxnSpPr>
          <p:nvPr/>
        </p:nvCxnSpPr>
        <p:spPr>
          <a:xfrm flipH="1">
            <a:off x="2527395" y="3224128"/>
            <a:ext cx="733289" cy="844898"/>
          </a:xfrm>
          <a:prstGeom prst="line">
            <a:avLst/>
          </a:prstGeom>
          <a:ln w="635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16F8D31F-4631-34FE-B0C9-96198817C08C}"/>
              </a:ext>
            </a:extLst>
          </p:cNvPr>
          <p:cNvCxnSpPr>
            <a:cxnSpLocks/>
          </p:cNvCxnSpPr>
          <p:nvPr/>
        </p:nvCxnSpPr>
        <p:spPr>
          <a:xfrm flipH="1">
            <a:off x="3243975" y="3240850"/>
            <a:ext cx="2947275" cy="0"/>
          </a:xfrm>
          <a:prstGeom prst="line">
            <a:avLst/>
          </a:prstGeom>
          <a:ln w="635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75FF5497-F291-05FC-A8F3-35ABBA3C532B}"/>
              </a:ext>
            </a:extLst>
          </p:cNvPr>
          <p:cNvCxnSpPr>
            <a:cxnSpLocks/>
          </p:cNvCxnSpPr>
          <p:nvPr/>
        </p:nvCxnSpPr>
        <p:spPr>
          <a:xfrm>
            <a:off x="6174281" y="2532243"/>
            <a:ext cx="0" cy="728606"/>
          </a:xfrm>
          <a:prstGeom prst="line">
            <a:avLst/>
          </a:prstGeom>
          <a:ln w="635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6C471E06-37DB-32B9-86E3-B19AC32CF75D}"/>
              </a:ext>
            </a:extLst>
          </p:cNvPr>
          <p:cNvCxnSpPr>
            <a:cxnSpLocks/>
          </p:cNvCxnSpPr>
          <p:nvPr/>
        </p:nvCxnSpPr>
        <p:spPr>
          <a:xfrm>
            <a:off x="6460025" y="1512968"/>
            <a:ext cx="0" cy="1780537"/>
          </a:xfrm>
          <a:prstGeom prst="line">
            <a:avLst/>
          </a:prstGeom>
          <a:ln w="635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12065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1516</TotalTime>
  <Words>25</Words>
  <Application>Microsoft Office PowerPoint</Application>
  <PresentationFormat>Panorámica</PresentationFormat>
  <Paragraphs>25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Antonio Mendez Guzman</dc:creator>
  <cp:lastModifiedBy>Hugo Antonio Mendez Guzman</cp:lastModifiedBy>
  <cp:revision>10</cp:revision>
  <dcterms:created xsi:type="dcterms:W3CDTF">2026-07-04T08:22:41Z</dcterms:created>
  <dcterms:modified xsi:type="dcterms:W3CDTF">2026-07-23T05:45:36Z</dcterms:modified>
</cp:coreProperties>
</file>