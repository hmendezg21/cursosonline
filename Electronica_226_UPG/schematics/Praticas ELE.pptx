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s-MX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81" d="100"/>
          <a:sy n="81" d="100"/>
        </p:scale>
        <p:origin x="754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6373218-A5B2-B1F0-CB02-2C8D994F4E7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6B7E9389-1E82-1804-C9B5-821084D64E7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666CE690-837B-AC07-FE0B-74B7EF76E7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A77404-B5D1-4D1C-A450-54BF69ADB732}" type="datetimeFigureOut">
              <a:rPr lang="es-MX" smtClean="0"/>
              <a:t>04/07/2026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2437D99F-C476-64B7-9EC7-A90BDD4901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B7BDD8C7-E706-152E-5931-448E5DF6FA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A2B37F-A795-49C0-82A4-995B99BC5633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1402270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7EB26E2-8978-C59D-59D3-D2C8D531EE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09E5C1DC-AE71-8502-222A-60E7AD5097C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D74C28EF-0C9B-13BF-95F5-D6FAE56280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A77404-B5D1-4D1C-A450-54BF69ADB732}" type="datetimeFigureOut">
              <a:rPr lang="es-MX" smtClean="0"/>
              <a:t>04/07/2026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6F8F7A34-5C21-E493-DB78-E74FA9A010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685AADE4-1AC0-7701-0AF4-1C491916B1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A2B37F-A795-49C0-82A4-995B99BC5633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80759866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BF766B8-35A8-8C22-6A94-6BE453BD82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CD792159-A136-B79F-5E40-6FF01853C41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73946B95-B3D4-08CF-C0F5-BBE94AE24A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A77404-B5D1-4D1C-A450-54BF69ADB732}" type="datetimeFigureOut">
              <a:rPr lang="es-MX" smtClean="0"/>
              <a:t>04/07/2026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C0CA7DFF-8A98-08A6-BC18-63E46247FE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ED3813D0-AF58-0CAA-561C-0D16136907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A2B37F-A795-49C0-82A4-995B99BC5633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81695209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8262F0D-742F-A4A0-E8CE-BD3F0D9024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0AF84601-9E20-9B82-5BF2-1297318D6DA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10F7CE6A-DA40-B8F3-5AD6-5C7C34756A3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BACB7D4A-6CD4-227C-8D4F-0B0171DB50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A77404-B5D1-4D1C-A450-54BF69ADB732}" type="datetimeFigureOut">
              <a:rPr lang="es-MX" smtClean="0"/>
              <a:t>04/07/2026</a:t>
            </a:fld>
            <a:endParaRPr lang="es-MX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03ACF24A-EC76-E8FA-184D-209480423D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A7C68E8A-F6B6-434F-1FAD-3B0AC3BE28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A2B37F-A795-49C0-82A4-995B99BC5633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73093872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2DE9935-3C9A-233B-96B4-A5A3606ECC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9E825776-1C7A-CD2E-B3CE-7AA0666A961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AEC483A5-A62E-EEAB-69E4-9E5179B609B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C3B5FBCD-1DE0-A260-7775-811170C7FCF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54E89462-C3BB-B7AC-4BEF-99D37427552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5B3A1A4F-8D8A-9D07-8773-E1EF3F95F1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A77404-B5D1-4D1C-A450-54BF69ADB732}" type="datetimeFigureOut">
              <a:rPr lang="es-MX" smtClean="0"/>
              <a:t>04/07/2026</a:t>
            </a:fld>
            <a:endParaRPr lang="es-MX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869213AB-E032-A276-81A7-CA01F3F01E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BFB5C8FE-CB62-0493-0522-058B767EB6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A2B37F-A795-49C0-82A4-995B99BC5633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402694001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41A7AF6-728E-16FA-632C-0D4B4DE42B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054CA019-2C19-07D9-B8BA-7BD691B6E0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A77404-B5D1-4D1C-A450-54BF69ADB732}" type="datetimeFigureOut">
              <a:rPr lang="es-MX" smtClean="0"/>
              <a:t>04/07/2026</a:t>
            </a:fld>
            <a:endParaRPr lang="es-MX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47EDC66C-D23A-9D2A-2E31-06EB5E6C54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02649D18-9A62-01C7-1F04-2FC48926BC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A2B37F-A795-49C0-82A4-995B99BC5633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408385041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DA56E6A0-FE2E-F7E7-BB37-EFB14F9366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A77404-B5D1-4D1C-A450-54BF69ADB732}" type="datetimeFigureOut">
              <a:rPr lang="es-MX" smtClean="0"/>
              <a:t>04/07/2026</a:t>
            </a:fld>
            <a:endParaRPr lang="es-MX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4285D001-0551-925A-7029-DF7A081FC1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F03B0C54-695B-2B94-F970-C8CD9DCEBF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A2B37F-A795-49C0-82A4-995B99BC5633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7993298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0E70E12-A8AA-83F5-66DF-1A42E99688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97667C0D-904F-1260-8488-21217A0B02F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7A7D4DF0-6B37-D2A8-71B2-303F5304F95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78023D02-A134-6AD3-21B9-D1EB67773E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A77404-B5D1-4D1C-A450-54BF69ADB732}" type="datetimeFigureOut">
              <a:rPr lang="es-MX" smtClean="0"/>
              <a:t>04/07/2026</a:t>
            </a:fld>
            <a:endParaRPr lang="es-MX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F574A141-BF25-4021-4C71-5286A8CE16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CB04088A-2DF8-FE11-F00C-788576916B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A2B37F-A795-49C0-82A4-995B99BC5633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64412982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A5753D8-9598-FF03-B5E8-5642A54CC6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90584876-EA59-8495-919C-712ECBBBF7A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MX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267BAE6E-40F9-19E1-FD63-45C4B613CCE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881957E7-0052-AB82-052C-27141A1A93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A77404-B5D1-4D1C-A450-54BF69ADB732}" type="datetimeFigureOut">
              <a:rPr lang="es-MX" smtClean="0"/>
              <a:t>04/07/2026</a:t>
            </a:fld>
            <a:endParaRPr lang="es-MX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B052FBD0-0BCB-E18E-1183-56CC6B7E14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37B17AD1-B803-427F-2B8E-CCF93B1062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A2B37F-A795-49C0-82A4-995B99BC5633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427235827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4721B52-8077-4FC2-0935-85CC1905B0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02A23EBD-89D5-8A8B-F268-144B7C4961C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B5266828-3157-A9DF-0701-A18A12BD81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A77404-B5D1-4D1C-A450-54BF69ADB732}" type="datetimeFigureOut">
              <a:rPr lang="es-MX" smtClean="0"/>
              <a:t>04/07/2026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743C79AC-D66A-7EA1-2469-E89EFEB274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DC4F2758-9D14-9D0E-651D-182AEB2E80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A2B37F-A795-49C0-82A4-995B99BC5633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37704139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8B337498-6873-4ED2-4F21-7EFC0B34306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53E4CF5D-33BF-CB69-C3B7-653017633FC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5A92B7C5-15F4-46B0-7FF4-7B21DD512A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A77404-B5D1-4D1C-A450-54BF69ADB732}" type="datetimeFigureOut">
              <a:rPr lang="es-MX" smtClean="0"/>
              <a:t>04/07/2026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2AF2537B-EFC0-23EE-6C44-80B94B6E9D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A93F7877-8782-DC81-DE7A-23A80CAC78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A2B37F-A795-49C0-82A4-995B99BC5633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80863825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01192657-2D50-BACB-DCA7-1A63825A5C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D4BB9674-A631-519F-4AC2-778C83F372E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BAFAB7CD-756D-3515-7C03-A6829758CC9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3A77404-B5D1-4D1C-A450-54BF69ADB732}" type="datetimeFigureOut">
              <a:rPr lang="es-MX" smtClean="0"/>
              <a:t>04/07/2026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EB2A608F-74C8-4785-C73F-5D857BAD664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777A4905-00E1-042C-A2B8-70EE28C7D87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DA2B37F-A795-49C0-82A4-995B99BC5633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8784225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MX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openxmlformats.org/officeDocument/2006/relationships/image" Target="../media/image2.png"/><Relationship Id="rId7" Type="http://schemas.microsoft.com/office/2007/relationships/hdphoto" Target="../media/hdphoto2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microsoft.com/office/2007/relationships/hdphoto" Target="../media/hdphoto1.wdp"/><Relationship Id="rId9" Type="http://schemas.microsoft.com/office/2007/relationships/hdphoto" Target="../media/hdphoto3.wdp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Relationship Id="rId4" Type="http://schemas.microsoft.com/office/2007/relationships/hdphoto" Target="../media/hdphoto3.wdp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AutoShape 2">
            <a:extLst>
              <a:ext uri="{FF2B5EF4-FFF2-40B4-BE49-F238E27FC236}">
                <a16:creationId xmlns:a16="http://schemas.microsoft.com/office/drawing/2014/main" id="{BD0BEEFF-03D9-BE88-AAF0-5300C831B9FE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535467" y="1562101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MX"/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422A1208-8C30-50BC-8677-D5AD56F1EC0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7292" t="625" r="18888"/>
          <a:stretch>
            <a:fillRect/>
          </a:stretch>
        </p:blipFill>
        <p:spPr>
          <a:xfrm rot="5400000">
            <a:off x="5826147" y="-2632053"/>
            <a:ext cx="3733800" cy="8997907"/>
          </a:xfrm>
          <a:prstGeom prst="rect">
            <a:avLst/>
          </a:prstGeom>
        </p:spPr>
      </p:pic>
      <p:pic>
        <p:nvPicPr>
          <p:cNvPr id="9" name="Imagen 8">
            <a:extLst>
              <a:ext uri="{FF2B5EF4-FFF2-40B4-BE49-F238E27FC236}">
                <a16:creationId xmlns:a16="http://schemas.microsoft.com/office/drawing/2014/main" id="{FBFB7EE4-7BE9-053C-8E14-CA54D7D383F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0842" b="53378" l="23473" r="38264">
                        <a14:foregroundMark x1="26581" y1="28190" x2="26045" y2="35446"/>
                        <a14:foregroundMark x1="25723" y1="35363" x2="24652" y2="42035"/>
                        <a14:foregroundMark x1="33655" y1="29108" x2="33119" y2="41952"/>
                        <a14:foregroundMark x1="33119" y1="41952" x2="31833" y2="51126"/>
                        <a14:foregroundMark x1="24652" y1="42369" x2="25188" y2="49208"/>
                        <a14:foregroundMark x1="29904" y1="10842" x2="35263" y2="11927"/>
                      </a14:backgroundRemoval>
                    </a14:imgEffect>
                  </a14:imgLayer>
                </a14:imgProps>
              </a:ext>
            </a:extLst>
          </a:blip>
          <a:srcRect l="21619" t="7423" r="59833" b="41443"/>
          <a:stretch>
            <a:fillRect/>
          </a:stretch>
        </p:blipFill>
        <p:spPr>
          <a:xfrm flipH="1">
            <a:off x="5940891" y="-115569"/>
            <a:ext cx="594575" cy="1602555"/>
          </a:xfrm>
          <a:prstGeom prst="rect">
            <a:avLst/>
          </a:prstGeom>
        </p:spPr>
      </p:pic>
      <p:pic>
        <p:nvPicPr>
          <p:cNvPr id="10" name="Imagen 9">
            <a:extLst>
              <a:ext uri="{FF2B5EF4-FFF2-40B4-BE49-F238E27FC236}">
                <a16:creationId xmlns:a16="http://schemas.microsoft.com/office/drawing/2014/main" id="{C9E4F829-19DB-0561-D9F3-CFDAF9B50CBB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50722" t="4673" r="22941" b="78007"/>
          <a:stretch>
            <a:fillRect/>
          </a:stretch>
        </p:blipFill>
        <p:spPr>
          <a:xfrm>
            <a:off x="4223759" y="1543247"/>
            <a:ext cx="1156926" cy="588303"/>
          </a:xfrm>
          <a:prstGeom prst="rect">
            <a:avLst/>
          </a:prstGeom>
        </p:spPr>
      </p:pic>
      <p:pic>
        <p:nvPicPr>
          <p:cNvPr id="11" name="Imagen 10">
            <a:extLst>
              <a:ext uri="{FF2B5EF4-FFF2-40B4-BE49-F238E27FC236}">
                <a16:creationId xmlns:a16="http://schemas.microsoft.com/office/drawing/2014/main" id="{8B28AB85-22DE-4DE7-13EB-8B2B055F6384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ackgroundRemoval t="2534" b="22808" l="10000" r="90000"/>
                    </a14:imgEffect>
                  </a14:imgLayer>
                </a14:imgProps>
              </a:ext>
            </a:extLst>
          </a:blip>
          <a:srcRect b="74658"/>
          <a:stretch>
            <a:fillRect/>
          </a:stretch>
        </p:blipFill>
        <p:spPr>
          <a:xfrm rot="16200000">
            <a:off x="4590421" y="2732188"/>
            <a:ext cx="997171" cy="252700"/>
          </a:xfrm>
          <a:prstGeom prst="rect">
            <a:avLst/>
          </a:prstGeom>
        </p:spPr>
      </p:pic>
      <p:pic>
        <p:nvPicPr>
          <p:cNvPr id="12" name="Imagen 11">
            <a:extLst>
              <a:ext uri="{FF2B5EF4-FFF2-40B4-BE49-F238E27FC236}">
                <a16:creationId xmlns:a16="http://schemas.microsoft.com/office/drawing/2014/main" id="{E7F4F4EB-5AFE-DE51-5FF9-85EE904A7797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ackgroundRemoval t="2534" b="22808" l="10000" r="90000"/>
                    </a14:imgEffect>
                  </a14:imgLayer>
                </a14:imgProps>
              </a:ext>
            </a:extLst>
          </a:blip>
          <a:srcRect b="74658"/>
          <a:stretch>
            <a:fillRect/>
          </a:stretch>
        </p:blipFill>
        <p:spPr>
          <a:xfrm rot="16200000">
            <a:off x="4736896" y="2742056"/>
            <a:ext cx="997171" cy="252700"/>
          </a:xfrm>
          <a:prstGeom prst="rect">
            <a:avLst/>
          </a:prstGeom>
        </p:spPr>
      </p:pic>
      <p:pic>
        <p:nvPicPr>
          <p:cNvPr id="13" name="Imagen 12">
            <a:extLst>
              <a:ext uri="{FF2B5EF4-FFF2-40B4-BE49-F238E27FC236}">
                <a16:creationId xmlns:a16="http://schemas.microsoft.com/office/drawing/2014/main" id="{6533AACE-E27E-5D6A-2B52-026B3CDFF076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ackgroundRemoval t="1788" b="94322" l="484" r="97098">
                        <a14:foregroundMark x1="12696" y1="12618" x2="14813" y2="40273"/>
                        <a14:foregroundMark x1="10580" y1="17981" x2="10157" y2="45426"/>
                        <a14:foregroundMark x1="14148" y1="58044" x2="484" y2="60463"/>
                        <a14:foregroundMark x1="17231" y1="14511" x2="18863" y2="1788"/>
                        <a14:foregroundMark x1="18863" y1="1788" x2="5744" y2="11356"/>
                        <a14:foregroundMark x1="23640" y1="17771" x2="59674" y2="18507"/>
                        <a14:foregroundMark x1="55562" y1="15983" x2="92080" y2="16719"/>
                        <a14:foregroundMark x1="90508" y1="14826" x2="97158" y2="16509"/>
                        <a14:foregroundMark x1="11548" y1="81178" x2="21765" y2="93796"/>
                        <a14:foregroundMark x1="21765" y1="93796" x2="23035" y2="93796"/>
                        <a14:foregroundMark x1="23035" y1="93796" x2="37545" y2="94322"/>
                        <a14:foregroundMark x1="92503" y1="48896" x2="93047" y2="75499"/>
                        <a14:foregroundMark x1="94619" y1="36803" x2="95466" y2="50368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-282145" y="3429000"/>
            <a:ext cx="5662830" cy="3255956"/>
          </a:xfrm>
          <a:prstGeom prst="rect">
            <a:avLst/>
          </a:prstGeom>
        </p:spPr>
      </p:pic>
      <p:pic>
        <p:nvPicPr>
          <p:cNvPr id="14" name="Imagen 13">
            <a:extLst>
              <a:ext uri="{FF2B5EF4-FFF2-40B4-BE49-F238E27FC236}">
                <a16:creationId xmlns:a16="http://schemas.microsoft.com/office/drawing/2014/main" id="{63FB887C-CF03-CE11-0BBC-ACA459FEDF34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ackgroundRemoval t="2534" b="22808" l="10000" r="90000"/>
                    </a14:imgEffect>
                  </a14:imgLayer>
                </a14:imgProps>
              </a:ext>
            </a:extLst>
          </a:blip>
          <a:srcRect b="74658"/>
          <a:stretch>
            <a:fillRect/>
          </a:stretch>
        </p:blipFill>
        <p:spPr>
          <a:xfrm rot="16200000">
            <a:off x="5665184" y="1682766"/>
            <a:ext cx="997171" cy="252700"/>
          </a:xfrm>
          <a:prstGeom prst="rect">
            <a:avLst/>
          </a:prstGeom>
        </p:spPr>
      </p:pic>
      <p:pic>
        <p:nvPicPr>
          <p:cNvPr id="15" name="Imagen 14">
            <a:extLst>
              <a:ext uri="{FF2B5EF4-FFF2-40B4-BE49-F238E27FC236}">
                <a16:creationId xmlns:a16="http://schemas.microsoft.com/office/drawing/2014/main" id="{A7549815-FBBC-8E1F-DF5C-4F4FDE57951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0842" b="53378" l="23473" r="38264">
                        <a14:foregroundMark x1="26581" y1="28190" x2="26045" y2="35446"/>
                        <a14:foregroundMark x1="25723" y1="35363" x2="24652" y2="42035"/>
                        <a14:foregroundMark x1="33655" y1="29108" x2="33119" y2="41952"/>
                        <a14:foregroundMark x1="33119" y1="41952" x2="31833" y2="51126"/>
                        <a14:foregroundMark x1="24652" y1="42369" x2="25188" y2="49208"/>
                        <a14:foregroundMark x1="29904" y1="10842" x2="35263" y2="11927"/>
                      </a14:backgroundRemoval>
                    </a14:imgEffect>
                  </a14:imgLayer>
                </a14:imgProps>
              </a:ext>
            </a:extLst>
          </a:blip>
          <a:srcRect l="21619" t="7423" r="59833" b="41443"/>
          <a:stretch>
            <a:fillRect/>
          </a:stretch>
        </p:blipFill>
        <p:spPr>
          <a:xfrm flipH="1">
            <a:off x="6597626" y="-115569"/>
            <a:ext cx="594575" cy="1602555"/>
          </a:xfrm>
          <a:prstGeom prst="rect">
            <a:avLst/>
          </a:prstGeom>
        </p:spPr>
      </p:pic>
      <p:pic>
        <p:nvPicPr>
          <p:cNvPr id="16" name="Imagen 15">
            <a:extLst>
              <a:ext uri="{FF2B5EF4-FFF2-40B4-BE49-F238E27FC236}">
                <a16:creationId xmlns:a16="http://schemas.microsoft.com/office/drawing/2014/main" id="{5A4D17F6-D1CA-4EEA-0693-01ED5D028646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ackgroundRemoval t="2534" b="22808" l="10000" r="90000"/>
                    </a14:imgEffect>
                  </a14:imgLayer>
                </a14:imgProps>
              </a:ext>
            </a:extLst>
          </a:blip>
          <a:srcRect b="74658"/>
          <a:stretch>
            <a:fillRect/>
          </a:stretch>
        </p:blipFill>
        <p:spPr>
          <a:xfrm rot="16200000">
            <a:off x="6321919" y="1682766"/>
            <a:ext cx="997171" cy="252700"/>
          </a:xfrm>
          <a:prstGeom prst="rect">
            <a:avLst/>
          </a:prstGeom>
        </p:spPr>
      </p:pic>
      <p:pic>
        <p:nvPicPr>
          <p:cNvPr id="17" name="Imagen 16">
            <a:extLst>
              <a:ext uri="{FF2B5EF4-FFF2-40B4-BE49-F238E27FC236}">
                <a16:creationId xmlns:a16="http://schemas.microsoft.com/office/drawing/2014/main" id="{36252C2E-9612-552E-4B6A-97FE7D2964A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0842" b="53378" l="23473" r="38264">
                        <a14:foregroundMark x1="26581" y1="28190" x2="26045" y2="35446"/>
                        <a14:foregroundMark x1="25723" y1="35363" x2="24652" y2="42035"/>
                        <a14:foregroundMark x1="33655" y1="29108" x2="33119" y2="41952"/>
                        <a14:foregroundMark x1="33119" y1="41952" x2="31833" y2="51126"/>
                        <a14:foregroundMark x1="24652" y1="42369" x2="25188" y2="49208"/>
                        <a14:foregroundMark x1="29904" y1="10842" x2="35263" y2="11927"/>
                      </a14:backgroundRemoval>
                    </a14:imgEffect>
                  </a14:imgLayer>
                </a14:imgProps>
              </a:ext>
            </a:extLst>
          </a:blip>
          <a:srcRect l="21619" t="7423" r="59833" b="41443"/>
          <a:stretch>
            <a:fillRect/>
          </a:stretch>
        </p:blipFill>
        <p:spPr>
          <a:xfrm flipH="1">
            <a:off x="7260645" y="-115569"/>
            <a:ext cx="562482" cy="1602555"/>
          </a:xfrm>
          <a:prstGeom prst="rect">
            <a:avLst/>
          </a:prstGeom>
        </p:spPr>
      </p:pic>
      <p:pic>
        <p:nvPicPr>
          <p:cNvPr id="18" name="Imagen 17">
            <a:extLst>
              <a:ext uri="{FF2B5EF4-FFF2-40B4-BE49-F238E27FC236}">
                <a16:creationId xmlns:a16="http://schemas.microsoft.com/office/drawing/2014/main" id="{1CC124A1-3B91-9BDB-E12A-532CBE4CC162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ackgroundRemoval t="2534" b="22808" l="10000" r="90000"/>
                    </a14:imgEffect>
                  </a14:imgLayer>
                </a14:imgProps>
              </a:ext>
            </a:extLst>
          </a:blip>
          <a:srcRect b="74658"/>
          <a:stretch>
            <a:fillRect/>
          </a:stretch>
        </p:blipFill>
        <p:spPr>
          <a:xfrm rot="16200000">
            <a:off x="6978119" y="1689585"/>
            <a:ext cx="997171" cy="239061"/>
          </a:xfrm>
          <a:prstGeom prst="rect">
            <a:avLst/>
          </a:prstGeom>
        </p:spPr>
      </p:pic>
      <p:pic>
        <p:nvPicPr>
          <p:cNvPr id="19" name="Imagen 18">
            <a:extLst>
              <a:ext uri="{FF2B5EF4-FFF2-40B4-BE49-F238E27FC236}">
                <a16:creationId xmlns:a16="http://schemas.microsoft.com/office/drawing/2014/main" id="{6B7A399F-7BC8-8106-D23F-CF746B2A467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0842" b="53378" l="23473" r="38264">
                        <a14:foregroundMark x1="26581" y1="28190" x2="26045" y2="35446"/>
                        <a14:foregroundMark x1="25723" y1="35363" x2="24652" y2="42035"/>
                        <a14:foregroundMark x1="33655" y1="29108" x2="33119" y2="41952"/>
                        <a14:foregroundMark x1="33119" y1="41952" x2="31833" y2="51126"/>
                        <a14:foregroundMark x1="24652" y1="42369" x2="25188" y2="49208"/>
                        <a14:foregroundMark x1="29904" y1="10842" x2="35263" y2="11927"/>
                      </a14:backgroundRemoval>
                    </a14:imgEffect>
                  </a14:imgLayer>
                </a14:imgProps>
              </a:ext>
            </a:extLst>
          </a:blip>
          <a:srcRect l="21619" t="7423" r="59833" b="41443"/>
          <a:stretch>
            <a:fillRect/>
          </a:stretch>
        </p:blipFill>
        <p:spPr>
          <a:xfrm flipH="1">
            <a:off x="7941487" y="-115571"/>
            <a:ext cx="594575" cy="1602555"/>
          </a:xfrm>
          <a:prstGeom prst="rect">
            <a:avLst/>
          </a:prstGeom>
        </p:spPr>
      </p:pic>
      <p:pic>
        <p:nvPicPr>
          <p:cNvPr id="20" name="Imagen 19">
            <a:extLst>
              <a:ext uri="{FF2B5EF4-FFF2-40B4-BE49-F238E27FC236}">
                <a16:creationId xmlns:a16="http://schemas.microsoft.com/office/drawing/2014/main" id="{89853908-45E7-878A-70FE-83EE6C9E43C1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ackgroundRemoval t="2534" b="22808" l="10000" r="90000"/>
                    </a14:imgEffect>
                  </a14:imgLayer>
                </a14:imgProps>
              </a:ext>
            </a:extLst>
          </a:blip>
          <a:srcRect b="74658"/>
          <a:stretch>
            <a:fillRect/>
          </a:stretch>
        </p:blipFill>
        <p:spPr>
          <a:xfrm rot="16200000">
            <a:off x="7665780" y="1682764"/>
            <a:ext cx="997171" cy="252700"/>
          </a:xfrm>
          <a:prstGeom prst="rect">
            <a:avLst/>
          </a:prstGeom>
        </p:spPr>
      </p:pic>
      <p:cxnSp>
        <p:nvCxnSpPr>
          <p:cNvPr id="22" name="Conector recto 21">
            <a:extLst>
              <a:ext uri="{FF2B5EF4-FFF2-40B4-BE49-F238E27FC236}">
                <a16:creationId xmlns:a16="http://schemas.microsoft.com/office/drawing/2014/main" id="{4F9B0A00-597D-B6DF-732F-C1DA78E49B52}"/>
              </a:ext>
            </a:extLst>
          </p:cNvPr>
          <p:cNvCxnSpPr/>
          <p:nvPr/>
        </p:nvCxnSpPr>
        <p:spPr>
          <a:xfrm>
            <a:off x="5109131" y="556181"/>
            <a:ext cx="0" cy="575035"/>
          </a:xfrm>
          <a:prstGeom prst="line">
            <a:avLst/>
          </a:prstGeom>
          <a:ln w="635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Conector recto 22">
            <a:extLst>
              <a:ext uri="{FF2B5EF4-FFF2-40B4-BE49-F238E27FC236}">
                <a16:creationId xmlns:a16="http://schemas.microsoft.com/office/drawing/2014/main" id="{E33BC3B5-32A5-D16C-185E-97749C7C4A08}"/>
              </a:ext>
            </a:extLst>
          </p:cNvPr>
          <p:cNvCxnSpPr/>
          <p:nvPr/>
        </p:nvCxnSpPr>
        <p:spPr>
          <a:xfrm>
            <a:off x="5243407" y="556181"/>
            <a:ext cx="0" cy="575035"/>
          </a:xfrm>
          <a:prstGeom prst="line">
            <a:avLst/>
          </a:prstGeom>
          <a:ln w="635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Conector recto 23">
            <a:extLst>
              <a:ext uri="{FF2B5EF4-FFF2-40B4-BE49-F238E27FC236}">
                <a16:creationId xmlns:a16="http://schemas.microsoft.com/office/drawing/2014/main" id="{66F5B150-D7E3-480C-1615-11C902D93173}"/>
              </a:ext>
            </a:extLst>
          </p:cNvPr>
          <p:cNvCxnSpPr>
            <a:cxnSpLocks/>
          </p:cNvCxnSpPr>
          <p:nvPr/>
        </p:nvCxnSpPr>
        <p:spPr>
          <a:xfrm>
            <a:off x="6438578" y="1557131"/>
            <a:ext cx="0" cy="1780537"/>
          </a:xfrm>
          <a:prstGeom prst="line">
            <a:avLst/>
          </a:prstGeom>
          <a:ln w="6350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Conector recto 32">
            <a:extLst>
              <a:ext uri="{FF2B5EF4-FFF2-40B4-BE49-F238E27FC236}">
                <a16:creationId xmlns:a16="http://schemas.microsoft.com/office/drawing/2014/main" id="{2DF7BEAA-FABE-FF0D-F587-D371C92256D3}"/>
              </a:ext>
            </a:extLst>
          </p:cNvPr>
          <p:cNvCxnSpPr>
            <a:cxnSpLocks/>
          </p:cNvCxnSpPr>
          <p:nvPr/>
        </p:nvCxnSpPr>
        <p:spPr>
          <a:xfrm>
            <a:off x="7116272" y="1545354"/>
            <a:ext cx="0" cy="1780537"/>
          </a:xfrm>
          <a:prstGeom prst="line">
            <a:avLst/>
          </a:prstGeom>
          <a:ln w="6350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Conector recto 33">
            <a:extLst>
              <a:ext uri="{FF2B5EF4-FFF2-40B4-BE49-F238E27FC236}">
                <a16:creationId xmlns:a16="http://schemas.microsoft.com/office/drawing/2014/main" id="{B2BA9741-29DE-17BE-9AB2-D9EAE02C9F91}"/>
              </a:ext>
            </a:extLst>
          </p:cNvPr>
          <p:cNvCxnSpPr>
            <a:cxnSpLocks/>
          </p:cNvCxnSpPr>
          <p:nvPr/>
        </p:nvCxnSpPr>
        <p:spPr>
          <a:xfrm>
            <a:off x="7779841" y="1528191"/>
            <a:ext cx="0" cy="1780537"/>
          </a:xfrm>
          <a:prstGeom prst="line">
            <a:avLst/>
          </a:prstGeom>
          <a:ln w="6350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Conector recto 34">
            <a:extLst>
              <a:ext uri="{FF2B5EF4-FFF2-40B4-BE49-F238E27FC236}">
                <a16:creationId xmlns:a16="http://schemas.microsoft.com/office/drawing/2014/main" id="{9AAC20D9-350C-CC21-4C0B-F83162E7560C}"/>
              </a:ext>
            </a:extLst>
          </p:cNvPr>
          <p:cNvCxnSpPr>
            <a:cxnSpLocks/>
          </p:cNvCxnSpPr>
          <p:nvPr/>
        </p:nvCxnSpPr>
        <p:spPr>
          <a:xfrm>
            <a:off x="8448961" y="1527947"/>
            <a:ext cx="0" cy="1780537"/>
          </a:xfrm>
          <a:prstGeom prst="line">
            <a:avLst/>
          </a:prstGeom>
          <a:ln w="6350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Conector recto 35">
            <a:extLst>
              <a:ext uri="{FF2B5EF4-FFF2-40B4-BE49-F238E27FC236}">
                <a16:creationId xmlns:a16="http://schemas.microsoft.com/office/drawing/2014/main" id="{436F931D-B74D-ED9A-0F79-C7E0A502958A}"/>
              </a:ext>
            </a:extLst>
          </p:cNvPr>
          <p:cNvCxnSpPr>
            <a:cxnSpLocks/>
          </p:cNvCxnSpPr>
          <p:nvPr/>
        </p:nvCxnSpPr>
        <p:spPr>
          <a:xfrm>
            <a:off x="7228949" y="3279300"/>
            <a:ext cx="446174" cy="0"/>
          </a:xfrm>
          <a:prstGeom prst="line">
            <a:avLst/>
          </a:prstGeom>
          <a:ln w="6350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Conector recto 40">
            <a:extLst>
              <a:ext uri="{FF2B5EF4-FFF2-40B4-BE49-F238E27FC236}">
                <a16:creationId xmlns:a16="http://schemas.microsoft.com/office/drawing/2014/main" id="{1F2CEEED-7AC0-1526-C5C9-4B923B5E918C}"/>
              </a:ext>
            </a:extLst>
          </p:cNvPr>
          <p:cNvCxnSpPr>
            <a:cxnSpLocks/>
          </p:cNvCxnSpPr>
          <p:nvPr/>
        </p:nvCxnSpPr>
        <p:spPr>
          <a:xfrm>
            <a:off x="1205097" y="556181"/>
            <a:ext cx="0" cy="3356522"/>
          </a:xfrm>
          <a:prstGeom prst="line">
            <a:avLst/>
          </a:prstGeom>
          <a:ln w="635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Conector recto 42">
            <a:extLst>
              <a:ext uri="{FF2B5EF4-FFF2-40B4-BE49-F238E27FC236}">
                <a16:creationId xmlns:a16="http://schemas.microsoft.com/office/drawing/2014/main" id="{23A1B2EB-5FEC-24E2-9717-F76A55A66494}"/>
              </a:ext>
            </a:extLst>
          </p:cNvPr>
          <p:cNvCxnSpPr>
            <a:cxnSpLocks/>
          </p:cNvCxnSpPr>
          <p:nvPr/>
        </p:nvCxnSpPr>
        <p:spPr>
          <a:xfrm>
            <a:off x="1205097" y="556181"/>
            <a:ext cx="2578963" cy="13512"/>
          </a:xfrm>
          <a:prstGeom prst="line">
            <a:avLst/>
          </a:prstGeom>
          <a:ln w="635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Conector recto 45">
            <a:extLst>
              <a:ext uri="{FF2B5EF4-FFF2-40B4-BE49-F238E27FC236}">
                <a16:creationId xmlns:a16="http://schemas.microsoft.com/office/drawing/2014/main" id="{2A71DEB6-2127-5373-1943-3FB0B61E2750}"/>
              </a:ext>
            </a:extLst>
          </p:cNvPr>
          <p:cNvCxnSpPr>
            <a:cxnSpLocks/>
          </p:cNvCxnSpPr>
          <p:nvPr/>
        </p:nvCxnSpPr>
        <p:spPr>
          <a:xfrm flipH="1">
            <a:off x="1205097" y="3308484"/>
            <a:ext cx="382371" cy="835499"/>
          </a:xfrm>
          <a:prstGeom prst="line">
            <a:avLst/>
          </a:prstGeom>
          <a:ln w="6350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Conector recto 48">
            <a:extLst>
              <a:ext uri="{FF2B5EF4-FFF2-40B4-BE49-F238E27FC236}">
                <a16:creationId xmlns:a16="http://schemas.microsoft.com/office/drawing/2014/main" id="{F47DF11B-33D2-F2CB-BBD8-744788BF8F1D}"/>
              </a:ext>
            </a:extLst>
          </p:cNvPr>
          <p:cNvCxnSpPr>
            <a:cxnSpLocks/>
          </p:cNvCxnSpPr>
          <p:nvPr/>
        </p:nvCxnSpPr>
        <p:spPr>
          <a:xfrm flipH="1">
            <a:off x="1587468" y="3308484"/>
            <a:ext cx="2196592" cy="0"/>
          </a:xfrm>
          <a:prstGeom prst="line">
            <a:avLst/>
          </a:prstGeom>
          <a:ln w="6350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Conector recto 53">
            <a:extLst>
              <a:ext uri="{FF2B5EF4-FFF2-40B4-BE49-F238E27FC236}">
                <a16:creationId xmlns:a16="http://schemas.microsoft.com/office/drawing/2014/main" id="{91878681-22CF-CAE9-B023-5022E633ED28}"/>
              </a:ext>
            </a:extLst>
          </p:cNvPr>
          <p:cNvCxnSpPr>
            <a:cxnSpLocks/>
          </p:cNvCxnSpPr>
          <p:nvPr/>
        </p:nvCxnSpPr>
        <p:spPr>
          <a:xfrm flipH="1" flipV="1">
            <a:off x="3104546" y="2273354"/>
            <a:ext cx="2141609" cy="27651"/>
          </a:xfrm>
          <a:prstGeom prst="line">
            <a:avLst/>
          </a:prstGeom>
          <a:ln w="63500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Conector recto 55">
            <a:extLst>
              <a:ext uri="{FF2B5EF4-FFF2-40B4-BE49-F238E27FC236}">
                <a16:creationId xmlns:a16="http://schemas.microsoft.com/office/drawing/2014/main" id="{21712CD1-91E7-5B5D-BA64-4DEE4C2EF4D7}"/>
              </a:ext>
            </a:extLst>
          </p:cNvPr>
          <p:cNvCxnSpPr>
            <a:cxnSpLocks/>
          </p:cNvCxnSpPr>
          <p:nvPr/>
        </p:nvCxnSpPr>
        <p:spPr>
          <a:xfrm flipV="1">
            <a:off x="2928180" y="2273354"/>
            <a:ext cx="176366" cy="1842978"/>
          </a:xfrm>
          <a:prstGeom prst="line">
            <a:avLst/>
          </a:prstGeom>
          <a:ln w="63500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Conector recto 61">
            <a:extLst>
              <a:ext uri="{FF2B5EF4-FFF2-40B4-BE49-F238E27FC236}">
                <a16:creationId xmlns:a16="http://schemas.microsoft.com/office/drawing/2014/main" id="{07923B75-BFBB-BA73-4987-CFC3D7158C47}"/>
              </a:ext>
            </a:extLst>
          </p:cNvPr>
          <p:cNvCxnSpPr>
            <a:cxnSpLocks/>
          </p:cNvCxnSpPr>
          <p:nvPr/>
        </p:nvCxnSpPr>
        <p:spPr>
          <a:xfrm flipH="1">
            <a:off x="2928180" y="2187837"/>
            <a:ext cx="2200608" cy="0"/>
          </a:xfrm>
          <a:prstGeom prst="line">
            <a:avLst/>
          </a:prstGeom>
          <a:ln w="635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Conector recto 62">
            <a:extLst>
              <a:ext uri="{FF2B5EF4-FFF2-40B4-BE49-F238E27FC236}">
                <a16:creationId xmlns:a16="http://schemas.microsoft.com/office/drawing/2014/main" id="{DDFFED8A-D857-1200-9C3E-6B39D4387195}"/>
              </a:ext>
            </a:extLst>
          </p:cNvPr>
          <p:cNvCxnSpPr>
            <a:cxnSpLocks/>
          </p:cNvCxnSpPr>
          <p:nvPr/>
        </p:nvCxnSpPr>
        <p:spPr>
          <a:xfrm flipV="1">
            <a:off x="2726604" y="2151006"/>
            <a:ext cx="208683" cy="1965326"/>
          </a:xfrm>
          <a:prstGeom prst="line">
            <a:avLst/>
          </a:prstGeom>
          <a:ln w="635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Conector recto 66">
            <a:extLst>
              <a:ext uri="{FF2B5EF4-FFF2-40B4-BE49-F238E27FC236}">
                <a16:creationId xmlns:a16="http://schemas.microsoft.com/office/drawing/2014/main" id="{69440131-661A-47AA-0CA9-31146A02F398}"/>
              </a:ext>
            </a:extLst>
          </p:cNvPr>
          <p:cNvCxnSpPr>
            <a:cxnSpLocks/>
          </p:cNvCxnSpPr>
          <p:nvPr/>
        </p:nvCxnSpPr>
        <p:spPr>
          <a:xfrm flipH="1">
            <a:off x="4622529" y="5749047"/>
            <a:ext cx="340127" cy="858089"/>
          </a:xfrm>
          <a:prstGeom prst="line">
            <a:avLst/>
          </a:prstGeom>
          <a:ln w="63500"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Conector recto 69">
            <a:extLst>
              <a:ext uri="{FF2B5EF4-FFF2-40B4-BE49-F238E27FC236}">
                <a16:creationId xmlns:a16="http://schemas.microsoft.com/office/drawing/2014/main" id="{991E4BEC-ACE3-0C35-32FA-BC95C200051C}"/>
              </a:ext>
            </a:extLst>
          </p:cNvPr>
          <p:cNvCxnSpPr>
            <a:cxnSpLocks/>
          </p:cNvCxnSpPr>
          <p:nvPr/>
        </p:nvCxnSpPr>
        <p:spPr>
          <a:xfrm>
            <a:off x="6183806" y="2533519"/>
            <a:ext cx="28371" cy="3215528"/>
          </a:xfrm>
          <a:prstGeom prst="line">
            <a:avLst/>
          </a:prstGeom>
          <a:ln w="63500"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Conector recto 71">
            <a:extLst>
              <a:ext uri="{FF2B5EF4-FFF2-40B4-BE49-F238E27FC236}">
                <a16:creationId xmlns:a16="http://schemas.microsoft.com/office/drawing/2014/main" id="{645E61AC-269C-CB52-501D-BD0C88B344BC}"/>
              </a:ext>
            </a:extLst>
          </p:cNvPr>
          <p:cNvCxnSpPr>
            <a:cxnSpLocks/>
          </p:cNvCxnSpPr>
          <p:nvPr/>
        </p:nvCxnSpPr>
        <p:spPr>
          <a:xfrm flipH="1">
            <a:off x="4934285" y="5783023"/>
            <a:ext cx="1303893" cy="0"/>
          </a:xfrm>
          <a:prstGeom prst="line">
            <a:avLst/>
          </a:prstGeom>
          <a:ln w="63500"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Conector recto 76">
            <a:extLst>
              <a:ext uri="{FF2B5EF4-FFF2-40B4-BE49-F238E27FC236}">
                <a16:creationId xmlns:a16="http://schemas.microsoft.com/office/drawing/2014/main" id="{DDAC350F-4DA5-81F9-74EE-AE2E1BC54776}"/>
              </a:ext>
            </a:extLst>
          </p:cNvPr>
          <p:cNvCxnSpPr>
            <a:cxnSpLocks/>
          </p:cNvCxnSpPr>
          <p:nvPr/>
        </p:nvCxnSpPr>
        <p:spPr>
          <a:xfrm flipH="1">
            <a:off x="4802222" y="5903539"/>
            <a:ext cx="306909" cy="737573"/>
          </a:xfrm>
          <a:prstGeom prst="line">
            <a:avLst/>
          </a:prstGeom>
          <a:ln w="63500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Conector recto 77">
            <a:extLst>
              <a:ext uri="{FF2B5EF4-FFF2-40B4-BE49-F238E27FC236}">
                <a16:creationId xmlns:a16="http://schemas.microsoft.com/office/drawing/2014/main" id="{268D1B77-C317-5B96-B897-F2C4F5DFE68B}"/>
              </a:ext>
            </a:extLst>
          </p:cNvPr>
          <p:cNvCxnSpPr>
            <a:cxnSpLocks/>
          </p:cNvCxnSpPr>
          <p:nvPr/>
        </p:nvCxnSpPr>
        <p:spPr>
          <a:xfrm>
            <a:off x="6841428" y="2543581"/>
            <a:ext cx="33943" cy="3359958"/>
          </a:xfrm>
          <a:prstGeom prst="line">
            <a:avLst/>
          </a:prstGeom>
          <a:ln w="63500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Conector recto 78">
            <a:extLst>
              <a:ext uri="{FF2B5EF4-FFF2-40B4-BE49-F238E27FC236}">
                <a16:creationId xmlns:a16="http://schemas.microsoft.com/office/drawing/2014/main" id="{6B4AA039-1A45-8EC9-6907-F5CA0BF49842}"/>
              </a:ext>
            </a:extLst>
          </p:cNvPr>
          <p:cNvCxnSpPr>
            <a:cxnSpLocks/>
          </p:cNvCxnSpPr>
          <p:nvPr/>
        </p:nvCxnSpPr>
        <p:spPr>
          <a:xfrm flipH="1">
            <a:off x="5089006" y="5903539"/>
            <a:ext cx="1805907" cy="0"/>
          </a:xfrm>
          <a:prstGeom prst="line">
            <a:avLst/>
          </a:prstGeom>
          <a:ln w="63500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" name="Conector recto 83">
            <a:extLst>
              <a:ext uri="{FF2B5EF4-FFF2-40B4-BE49-F238E27FC236}">
                <a16:creationId xmlns:a16="http://schemas.microsoft.com/office/drawing/2014/main" id="{F798E050-BF98-6794-79E5-61153FFCA7A1}"/>
              </a:ext>
            </a:extLst>
          </p:cNvPr>
          <p:cNvCxnSpPr>
            <a:cxnSpLocks/>
          </p:cNvCxnSpPr>
          <p:nvPr/>
        </p:nvCxnSpPr>
        <p:spPr>
          <a:xfrm flipH="1">
            <a:off x="5018216" y="6079787"/>
            <a:ext cx="270608" cy="512686"/>
          </a:xfrm>
          <a:prstGeom prst="line">
            <a:avLst/>
          </a:prstGeom>
          <a:ln w="63500">
            <a:solidFill>
              <a:srgbClr val="92D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6" name="Conector recto 85">
            <a:extLst>
              <a:ext uri="{FF2B5EF4-FFF2-40B4-BE49-F238E27FC236}">
                <a16:creationId xmlns:a16="http://schemas.microsoft.com/office/drawing/2014/main" id="{7C80B701-3F13-717C-62EE-1987FBBBF1DB}"/>
              </a:ext>
            </a:extLst>
          </p:cNvPr>
          <p:cNvCxnSpPr>
            <a:cxnSpLocks/>
          </p:cNvCxnSpPr>
          <p:nvPr/>
        </p:nvCxnSpPr>
        <p:spPr>
          <a:xfrm flipH="1">
            <a:off x="5288824" y="6079787"/>
            <a:ext cx="2229167" cy="0"/>
          </a:xfrm>
          <a:prstGeom prst="line">
            <a:avLst/>
          </a:prstGeom>
          <a:ln w="63500">
            <a:solidFill>
              <a:srgbClr val="92D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7" name="Conector recto 86">
            <a:extLst>
              <a:ext uri="{FF2B5EF4-FFF2-40B4-BE49-F238E27FC236}">
                <a16:creationId xmlns:a16="http://schemas.microsoft.com/office/drawing/2014/main" id="{337685F7-6BFB-DAFB-40BE-9E65669D4E1A}"/>
              </a:ext>
            </a:extLst>
          </p:cNvPr>
          <p:cNvCxnSpPr>
            <a:cxnSpLocks/>
          </p:cNvCxnSpPr>
          <p:nvPr/>
        </p:nvCxnSpPr>
        <p:spPr>
          <a:xfrm>
            <a:off x="7517991" y="2582493"/>
            <a:ext cx="39446" cy="3536206"/>
          </a:xfrm>
          <a:prstGeom prst="line">
            <a:avLst/>
          </a:prstGeom>
          <a:ln w="63500">
            <a:solidFill>
              <a:srgbClr val="92D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5" name="Conector recto 94">
            <a:extLst>
              <a:ext uri="{FF2B5EF4-FFF2-40B4-BE49-F238E27FC236}">
                <a16:creationId xmlns:a16="http://schemas.microsoft.com/office/drawing/2014/main" id="{4EDA1DC0-90EF-A07A-5506-C4037B0DB168}"/>
              </a:ext>
            </a:extLst>
          </p:cNvPr>
          <p:cNvCxnSpPr>
            <a:cxnSpLocks/>
          </p:cNvCxnSpPr>
          <p:nvPr/>
        </p:nvCxnSpPr>
        <p:spPr>
          <a:xfrm>
            <a:off x="8167695" y="2533519"/>
            <a:ext cx="12100" cy="1084709"/>
          </a:xfrm>
          <a:prstGeom prst="line">
            <a:avLst/>
          </a:prstGeom>
          <a:ln w="635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6" name="Conector recto 95">
            <a:extLst>
              <a:ext uri="{FF2B5EF4-FFF2-40B4-BE49-F238E27FC236}">
                <a16:creationId xmlns:a16="http://schemas.microsoft.com/office/drawing/2014/main" id="{29534C72-66EE-B866-34DB-886994C8395D}"/>
              </a:ext>
            </a:extLst>
          </p:cNvPr>
          <p:cNvCxnSpPr>
            <a:cxnSpLocks/>
          </p:cNvCxnSpPr>
          <p:nvPr/>
        </p:nvCxnSpPr>
        <p:spPr>
          <a:xfrm flipH="1">
            <a:off x="5054004" y="3605262"/>
            <a:ext cx="150052" cy="284284"/>
          </a:xfrm>
          <a:prstGeom prst="line">
            <a:avLst/>
          </a:prstGeom>
          <a:ln w="635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8" name="Conector recto 97">
            <a:extLst>
              <a:ext uri="{FF2B5EF4-FFF2-40B4-BE49-F238E27FC236}">
                <a16:creationId xmlns:a16="http://schemas.microsoft.com/office/drawing/2014/main" id="{61A34BFC-CAF8-0FDF-FCD0-8CE1C6D2C2DF}"/>
              </a:ext>
            </a:extLst>
          </p:cNvPr>
          <p:cNvCxnSpPr>
            <a:cxnSpLocks/>
          </p:cNvCxnSpPr>
          <p:nvPr/>
        </p:nvCxnSpPr>
        <p:spPr>
          <a:xfrm flipH="1">
            <a:off x="5189816" y="3591405"/>
            <a:ext cx="2997602" cy="0"/>
          </a:xfrm>
          <a:prstGeom prst="line">
            <a:avLst/>
          </a:prstGeom>
          <a:ln w="635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5372979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C7726F-1E98-D88D-4E36-457360A037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29D331D1-6248-61C9-FB73-1F514AB0D3B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04837"/>
            <a:ext cx="12192000" cy="5648325"/>
          </a:xfrm>
          <a:prstGeom prst="rect">
            <a:avLst/>
          </a:prstGeom>
        </p:spPr>
      </p:pic>
      <p:pic>
        <p:nvPicPr>
          <p:cNvPr id="5" name="Imagen 4">
            <a:extLst>
              <a:ext uri="{FF2B5EF4-FFF2-40B4-BE49-F238E27FC236}">
                <a16:creationId xmlns:a16="http://schemas.microsoft.com/office/drawing/2014/main" id="{09E08037-EA2A-1AF9-BA6A-2517D3CAEF8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788" b="94322" l="484" r="97098">
                        <a14:foregroundMark x1="12696" y1="12618" x2="14813" y2="40273"/>
                        <a14:foregroundMark x1="10580" y1="17981" x2="10157" y2="45426"/>
                        <a14:foregroundMark x1="14148" y1="58044" x2="484" y2="60463"/>
                        <a14:foregroundMark x1="17231" y1="14511" x2="18863" y2="1788"/>
                        <a14:foregroundMark x1="18863" y1="1788" x2="5744" y2="11356"/>
                        <a14:foregroundMark x1="23640" y1="17771" x2="59674" y2="18507"/>
                        <a14:foregroundMark x1="55562" y1="15983" x2="92080" y2="16719"/>
                        <a14:foregroundMark x1="90508" y1="14826" x2="97158" y2="16509"/>
                        <a14:foregroundMark x1="11548" y1="81178" x2="21765" y2="93796"/>
                        <a14:foregroundMark x1="21765" y1="93796" x2="23035" y2="93796"/>
                        <a14:foregroundMark x1="23035" y1="93796" x2="37545" y2="94322"/>
                        <a14:foregroundMark x1="92503" y1="48896" x2="93047" y2="75499"/>
                        <a14:foregroundMark x1="94619" y1="36803" x2="95466" y2="50368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0" y="1561313"/>
            <a:ext cx="6496639" cy="37353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8176847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146</TotalTime>
  <Words>0</Words>
  <Application>Microsoft Office PowerPoint</Application>
  <PresentationFormat>Panorámica</PresentationFormat>
  <Paragraphs>0</Paragraphs>
  <Slides>2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</vt:i4>
      </vt:variant>
    </vt:vector>
  </HeadingPairs>
  <TitlesOfParts>
    <vt:vector size="6" baseType="lpstr">
      <vt:lpstr>Arial</vt:lpstr>
      <vt:lpstr>Calibri</vt:lpstr>
      <vt:lpstr>Calibri Light</vt:lpstr>
      <vt:lpstr>Tema de Office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Hugo Antonio Mendez Guzman</dc:creator>
  <cp:lastModifiedBy>Hugo Antonio Mendez Guzman</cp:lastModifiedBy>
  <cp:revision>2</cp:revision>
  <dcterms:created xsi:type="dcterms:W3CDTF">2026-07-04T08:22:41Z</dcterms:created>
  <dcterms:modified xsi:type="dcterms:W3CDTF">2026-07-04T10:48:59Z</dcterms:modified>
</cp:coreProperties>
</file>